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5"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6858000" cx="12192000"/>
  <p:notesSz cx="6858000" cy="9144000"/>
  <p:embeddedFontLst>
    <p:embeddedFont>
      <p:font typeface="Roboto"/>
      <p:regular r:id="rId15"/>
      <p:bold r:id="rId16"/>
      <p:italic r:id="rId17"/>
      <p:boldItalic r:id="rId18"/>
    </p:embeddedFont>
    <p:embeddedFont>
      <p:font typeface="Verizon NHG TX"/>
      <p:regular r:id="rId19"/>
      <p:bold r:id="rId20"/>
      <p:italic r:id="rId21"/>
      <p:boldItalic r:id="rId22"/>
    </p:embeddedFont>
    <p:embeddedFont>
      <p:font typeface="Verizon NHG DS"/>
      <p:regular r:id="rId23"/>
      <p:bold r:id="rId24"/>
      <p:italic r:id="rId25"/>
      <p:boldItalic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20" Type="http://schemas.openxmlformats.org/officeDocument/2006/relationships/font" Target="fonts/VerizonNHGTX-bold.fntdata"/><Relationship Id="rId22" Type="http://schemas.openxmlformats.org/officeDocument/2006/relationships/font" Target="fonts/VerizonNHGTX-boldItalic.fntdata"/><Relationship Id="rId21" Type="http://schemas.openxmlformats.org/officeDocument/2006/relationships/font" Target="fonts/VerizonNHGTX-italic.fntdata"/><Relationship Id="rId24" Type="http://schemas.openxmlformats.org/officeDocument/2006/relationships/font" Target="fonts/VerizonNHGDS-bold.fntdata"/><Relationship Id="rId23" Type="http://schemas.openxmlformats.org/officeDocument/2006/relationships/font" Target="fonts/VerizonNHGDS-regular.fntdata"/><Relationship Id="rId26" Type="http://schemas.openxmlformats.org/officeDocument/2006/relationships/font" Target="fonts/VerizonNHGDS-boldItalic.fntdata"/><Relationship Id="rId25" Type="http://schemas.openxmlformats.org/officeDocument/2006/relationships/font" Target="fonts/VerizonNHGDS-italic.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oboto-regular.fntdata"/><Relationship Id="rId14" Type="http://schemas.openxmlformats.org/officeDocument/2006/relationships/slide" Target="slides/slide10.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VerizonNHGTX-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23f118936d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223f118936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416db4d798_0_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2416db4d798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435f789684_0_9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2435f789684_0_9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24483f33d37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24483f33d37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04-16-23 JW</a:t>
            </a:r>
            <a:endParaRPr/>
          </a:p>
          <a:p>
            <a:pPr indent="0" lvl="0" marL="0" rtl="0" algn="l">
              <a:spcBef>
                <a:spcPts val="0"/>
              </a:spcBef>
              <a:spcAft>
                <a:spcPts val="0"/>
              </a:spcAft>
              <a:buNone/>
            </a:pPr>
            <a:r>
              <a:rPr lang="en-US"/>
              <a:t>Here’s a progressive roadmap to achieve the 2026 Northstar applying tactical steps to extend our investment in the Digital Supply Chain for Maap</a:t>
            </a:r>
            <a:endParaRPr/>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US"/>
              <a:t>2023 1H - Introduce Inventory Management</a:t>
            </a:r>
            <a:endParaRPr/>
          </a:p>
          <a:p>
            <a:pPr indent="-298450" lvl="1" marL="914400" rtl="0" algn="l">
              <a:spcBef>
                <a:spcPts val="0"/>
              </a:spcBef>
              <a:spcAft>
                <a:spcPts val="0"/>
              </a:spcAft>
              <a:buSzPts val="1100"/>
              <a:buChar char="○"/>
            </a:pPr>
            <a:r>
              <a:rPr lang="en-US"/>
              <a:t>Supplier Management</a:t>
            </a:r>
            <a:endParaRPr/>
          </a:p>
          <a:p>
            <a:pPr indent="-298450" lvl="1" marL="914400" rtl="0" algn="l">
              <a:spcBef>
                <a:spcPts val="0"/>
              </a:spcBef>
              <a:spcAft>
                <a:spcPts val="0"/>
              </a:spcAft>
              <a:buSzPts val="1100"/>
              <a:buChar char="○"/>
            </a:pPr>
            <a:r>
              <a:rPr lang="en-US"/>
              <a:t>Material Ingestion (Schedule &amp; Optimize)</a:t>
            </a:r>
            <a:endParaRPr/>
          </a:p>
          <a:p>
            <a:pPr indent="-298450" lvl="1" marL="914400" rtl="0" algn="l">
              <a:spcBef>
                <a:spcPts val="0"/>
              </a:spcBef>
              <a:spcAft>
                <a:spcPts val="0"/>
              </a:spcAft>
              <a:buSzPts val="1100"/>
              <a:buChar char="○"/>
            </a:pPr>
            <a:r>
              <a:rPr lang="en-US"/>
              <a:t>Inventory Identification &amp; Classification, &amp; Enrichment</a:t>
            </a:r>
            <a:endParaRPr/>
          </a:p>
          <a:p>
            <a:pPr indent="-298450" lvl="1" marL="914400" rtl="0" algn="l">
              <a:spcBef>
                <a:spcPts val="0"/>
              </a:spcBef>
              <a:spcAft>
                <a:spcPts val="0"/>
              </a:spcAft>
              <a:buSzPts val="1100"/>
              <a:buChar char="○"/>
            </a:pPr>
            <a:r>
              <a:rPr lang="en-US"/>
              <a:t>Inventory Cataloging &amp; Profiling</a:t>
            </a:r>
            <a:endParaRPr/>
          </a:p>
          <a:p>
            <a:pPr indent="-298450" lvl="0" marL="457200" rtl="0" algn="l">
              <a:spcBef>
                <a:spcPts val="0"/>
              </a:spcBef>
              <a:spcAft>
                <a:spcPts val="0"/>
              </a:spcAft>
              <a:buSzPts val="1100"/>
              <a:buChar char="●"/>
            </a:pPr>
            <a:r>
              <a:rPr lang="en-US"/>
              <a:t>2023 2H - Introduce Order Management</a:t>
            </a:r>
            <a:endParaRPr/>
          </a:p>
          <a:p>
            <a:pPr indent="-298450" lvl="1" marL="914400" rtl="0" algn="l">
              <a:spcBef>
                <a:spcPts val="0"/>
              </a:spcBef>
              <a:spcAft>
                <a:spcPts val="0"/>
              </a:spcAft>
              <a:buSzPts val="1100"/>
              <a:buChar char="○"/>
            </a:pPr>
            <a:r>
              <a:rPr lang="en-US"/>
              <a:t>Order Entry (Search, Subscribe, Request TD) </a:t>
            </a:r>
            <a:endParaRPr/>
          </a:p>
          <a:p>
            <a:pPr indent="-298450" lvl="1" marL="914400" rtl="0" algn="l">
              <a:spcBef>
                <a:spcPts val="0"/>
              </a:spcBef>
              <a:spcAft>
                <a:spcPts val="0"/>
              </a:spcAft>
              <a:buSzPts val="1100"/>
              <a:buChar char="○"/>
            </a:pPr>
            <a:r>
              <a:rPr lang="en-US"/>
              <a:t>Order Optimization (Scheduling, Prioritizing Capacity with Demand)</a:t>
            </a:r>
            <a:endParaRPr/>
          </a:p>
          <a:p>
            <a:pPr indent="-298450" lvl="1" marL="914400" rtl="0" algn="l">
              <a:spcBef>
                <a:spcPts val="0"/>
              </a:spcBef>
              <a:spcAft>
                <a:spcPts val="0"/>
              </a:spcAft>
              <a:buSzPts val="1100"/>
              <a:buChar char="○"/>
            </a:pPr>
            <a:r>
              <a:rPr lang="en-US"/>
              <a:t>Order Fulfillment </a:t>
            </a:r>
            <a:r>
              <a:rPr lang="en-US">
                <a:solidFill>
                  <a:schemeClr val="dk1"/>
                </a:solidFill>
              </a:rPr>
              <a:t>(Extracting &amp; Transforming, Profiling &amp; Synthesizing)</a:t>
            </a:r>
            <a:endParaRPr/>
          </a:p>
          <a:p>
            <a:pPr indent="-298450" lvl="1" marL="914400" rtl="0" algn="l">
              <a:spcBef>
                <a:spcPts val="0"/>
              </a:spcBef>
              <a:spcAft>
                <a:spcPts val="0"/>
              </a:spcAft>
              <a:buSzPts val="1100"/>
              <a:buChar char="○"/>
            </a:pPr>
            <a:r>
              <a:rPr lang="en-US"/>
              <a:t>Order Delivery (Packaging &amp; Bundling, Virtualizing &amp; Deploying)   </a:t>
            </a:r>
            <a:endParaRPr/>
          </a:p>
          <a:p>
            <a:pPr indent="-298450" lvl="0" marL="457200" rtl="0" algn="l">
              <a:spcBef>
                <a:spcPts val="0"/>
              </a:spcBef>
              <a:spcAft>
                <a:spcPts val="0"/>
              </a:spcAft>
              <a:buSzPts val="1100"/>
              <a:buChar char="●"/>
            </a:pPr>
            <a:r>
              <a:rPr lang="en-US"/>
              <a:t>2024 1H - Grow Inventory Management</a:t>
            </a:r>
            <a:endParaRPr/>
          </a:p>
          <a:p>
            <a:pPr indent="-298450" lvl="1" marL="914400" rtl="0" algn="l">
              <a:spcBef>
                <a:spcPts val="0"/>
              </a:spcBef>
              <a:spcAft>
                <a:spcPts val="0"/>
              </a:spcAft>
              <a:buClr>
                <a:schemeClr val="dk1"/>
              </a:buClr>
              <a:buSzPts val="1100"/>
              <a:buChar char="○"/>
            </a:pPr>
            <a:r>
              <a:rPr lang="en-US">
                <a:solidFill>
                  <a:schemeClr val="dk1"/>
                </a:solidFill>
              </a:rPr>
              <a:t>Formalize Knowledge Engineering (meaning at scale)</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Expand Inventory Management (OLTP, OLAP, DG&amp;A Operational Data)</a:t>
            </a:r>
            <a:endParaRPr>
              <a:solidFill>
                <a:schemeClr val="dk1"/>
              </a:solidFill>
            </a:endParaRPr>
          </a:p>
          <a:p>
            <a:pPr indent="-298450" lvl="1" marL="914400" rtl="0" algn="l">
              <a:spcBef>
                <a:spcPts val="0"/>
              </a:spcBef>
              <a:spcAft>
                <a:spcPts val="0"/>
              </a:spcAft>
              <a:buSzPts val="1100"/>
              <a:buChar char="○"/>
            </a:pPr>
            <a:r>
              <a:rPr lang="en-US"/>
              <a:t>Extend Inventory Management (Quality Profiling, Projection, &amp; Limited Cleansing)</a:t>
            </a:r>
            <a:endParaRPr/>
          </a:p>
          <a:p>
            <a:pPr indent="-298450" lvl="1" marL="914400" rtl="0" algn="l">
              <a:spcBef>
                <a:spcPts val="0"/>
              </a:spcBef>
              <a:spcAft>
                <a:spcPts val="0"/>
              </a:spcAft>
              <a:buClr>
                <a:schemeClr val="dk1"/>
              </a:buClr>
              <a:buSzPts val="1100"/>
              <a:buChar char="○"/>
            </a:pPr>
            <a:r>
              <a:rPr lang="en-US">
                <a:solidFill>
                  <a:schemeClr val="dk1"/>
                </a:solidFill>
              </a:rPr>
              <a:t>Extend Supplier Management &amp; Ingestion Pipelines into Lifecycles for Applications &amp; Warehouses</a:t>
            </a:r>
            <a:endParaRPr/>
          </a:p>
          <a:p>
            <a:pPr indent="-298450" lvl="0" marL="457200" rtl="0" algn="l">
              <a:spcBef>
                <a:spcPts val="0"/>
              </a:spcBef>
              <a:spcAft>
                <a:spcPts val="0"/>
              </a:spcAft>
              <a:buClr>
                <a:schemeClr val="dk1"/>
              </a:buClr>
              <a:buSzPts val="1100"/>
              <a:buChar char="●"/>
            </a:pPr>
            <a:r>
              <a:rPr lang="en-US">
                <a:solidFill>
                  <a:schemeClr val="dk1"/>
                </a:solidFill>
              </a:rPr>
              <a:t>2024 2H - Grow Order Management </a:t>
            </a:r>
            <a:endParaRPr>
              <a:solidFill>
                <a:schemeClr val="dk1"/>
              </a:solidFill>
            </a:endParaRPr>
          </a:p>
          <a:p>
            <a:pPr indent="-298450" lvl="1" marL="914400" rtl="0" algn="l">
              <a:spcBef>
                <a:spcPts val="0"/>
              </a:spcBef>
              <a:spcAft>
                <a:spcPts val="0"/>
              </a:spcAft>
              <a:buSzPts val="1100"/>
              <a:buChar char="○"/>
            </a:pPr>
            <a:r>
              <a:rPr lang="en-US"/>
              <a:t>Extend Context to all Inventory (mapping metadata to Component Ontologies) </a:t>
            </a:r>
            <a:endParaRPr/>
          </a:p>
          <a:p>
            <a:pPr indent="-298450" lvl="1" marL="914400" rtl="0" algn="l">
              <a:spcBef>
                <a:spcPts val="0"/>
              </a:spcBef>
              <a:spcAft>
                <a:spcPts val="0"/>
              </a:spcAft>
              <a:buSzPts val="1100"/>
              <a:buChar char="○"/>
            </a:pPr>
            <a:r>
              <a:rPr lang="en-US"/>
              <a:t>Extend Order Entry (Contextualize &amp; Tailor Customer Experience)</a:t>
            </a:r>
            <a:endParaRPr/>
          </a:p>
          <a:p>
            <a:pPr indent="-298450" lvl="1" marL="914400" rtl="0" algn="l">
              <a:spcBef>
                <a:spcPts val="0"/>
              </a:spcBef>
              <a:spcAft>
                <a:spcPts val="0"/>
              </a:spcAft>
              <a:buSzPts val="1100"/>
              <a:buChar char="○"/>
            </a:pPr>
            <a:r>
              <a:rPr lang="en-US"/>
              <a:t>Extend Order Entry (Augmented &amp; Semantic Search)</a:t>
            </a:r>
            <a:endParaRPr/>
          </a:p>
          <a:p>
            <a:pPr indent="-298450" lvl="1" marL="914400" rtl="0" algn="l">
              <a:spcBef>
                <a:spcPts val="0"/>
              </a:spcBef>
              <a:spcAft>
                <a:spcPts val="0"/>
              </a:spcAft>
              <a:buSzPts val="1100"/>
              <a:buChar char="○"/>
            </a:pPr>
            <a:r>
              <a:rPr lang="en-US"/>
              <a:t>Build Trusted Analytic Services using Cataloged Calcs &amp; Data Assets</a:t>
            </a:r>
            <a:endParaRPr/>
          </a:p>
          <a:p>
            <a:pPr indent="-298450" lvl="1" marL="914400" rtl="0" algn="l">
              <a:spcBef>
                <a:spcPts val="0"/>
              </a:spcBef>
              <a:spcAft>
                <a:spcPts val="0"/>
              </a:spcAft>
              <a:buSzPts val="1100"/>
              <a:buChar char="○"/>
            </a:pPr>
            <a:r>
              <a:rPr lang="en-US"/>
              <a:t>Build Adaptable Policy Controls for Data, Analytics, and Algorithms</a:t>
            </a:r>
            <a:endParaRPr/>
          </a:p>
          <a:p>
            <a:pPr indent="-298450" lvl="0" marL="457200" rtl="0" algn="l">
              <a:spcBef>
                <a:spcPts val="0"/>
              </a:spcBef>
              <a:spcAft>
                <a:spcPts val="0"/>
              </a:spcAft>
              <a:buClr>
                <a:schemeClr val="dk1"/>
              </a:buClr>
              <a:buSzPts val="1100"/>
              <a:buChar char="●"/>
            </a:pPr>
            <a:r>
              <a:rPr lang="en-US">
                <a:solidFill>
                  <a:schemeClr val="dk1"/>
                </a:solidFill>
              </a:rPr>
              <a:t>2025 1H - Mature Inventory Management</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Industrialize Knowledge Engineering</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Optimize Trust by Expanding Data Cleansing </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Optimize Quality Profiling for Data Assets &amp; Data Products</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Expand Data Project (Impact Analysis for downstream consumers)</a:t>
            </a:r>
            <a:endParaRPr>
              <a:solidFill>
                <a:schemeClr val="dk1"/>
              </a:solidFill>
            </a:endParaRPr>
          </a:p>
          <a:p>
            <a:pPr indent="-298450" lvl="1" marL="914400" rtl="0" algn="l">
              <a:spcBef>
                <a:spcPts val="0"/>
              </a:spcBef>
              <a:spcAft>
                <a:spcPts val="0"/>
              </a:spcAft>
              <a:buClr>
                <a:schemeClr val="dk1"/>
              </a:buClr>
              <a:buSzPts val="1100"/>
              <a:buChar char="○"/>
            </a:pPr>
            <a:r>
              <a:rPr lang="en-US">
                <a:solidFill>
                  <a:schemeClr val="dk1"/>
                </a:solidFill>
              </a:rPr>
              <a:t>Build Adaptable Data Pipelines using VZ Data Integration Layer </a:t>
            </a:r>
            <a:endParaRPr>
              <a:solidFill>
                <a:schemeClr val="dk1"/>
              </a:solidFill>
            </a:endParaRPr>
          </a:p>
          <a:p>
            <a:pPr indent="-298450" lvl="1" marL="914400" rtl="0" algn="l">
              <a:spcBef>
                <a:spcPts val="0"/>
              </a:spcBef>
              <a:spcAft>
                <a:spcPts val="0"/>
              </a:spcAft>
              <a:buSzPts val="1100"/>
              <a:buChar char="○"/>
            </a:pPr>
            <a:r>
              <a:rPr lang="en-US"/>
              <a:t>Build Lineage &amp; Visibility across Material Acquisition through Inventory Control &amp; Order Management</a:t>
            </a:r>
            <a:endParaRPr/>
          </a:p>
          <a:p>
            <a:pPr indent="-298450" lvl="2" marL="1371600" rtl="0" algn="l">
              <a:spcBef>
                <a:spcPts val="0"/>
              </a:spcBef>
              <a:spcAft>
                <a:spcPts val="0"/>
              </a:spcAft>
              <a:buSzPts val="1100"/>
              <a:buChar char="■"/>
            </a:pPr>
            <a:r>
              <a:rPr lang="en-US"/>
              <a:t>Data Assets, Data Products, Data Analytics, Data Algorithms (AI Models)</a:t>
            </a:r>
            <a:endParaRPr/>
          </a:p>
          <a:p>
            <a:pPr indent="-298450" lvl="0" marL="457200" rtl="0" algn="l">
              <a:spcBef>
                <a:spcPts val="0"/>
              </a:spcBef>
              <a:spcAft>
                <a:spcPts val="0"/>
              </a:spcAft>
              <a:buSzPts val="1100"/>
              <a:buChar char="●"/>
            </a:pPr>
            <a:r>
              <a:rPr lang="en-US"/>
              <a:t> 2025 2H - Mature Order Management</a:t>
            </a:r>
            <a:endParaRPr/>
          </a:p>
          <a:p>
            <a:pPr indent="-298450" lvl="1" marL="914400" rtl="0" algn="l">
              <a:spcBef>
                <a:spcPts val="0"/>
              </a:spcBef>
              <a:spcAft>
                <a:spcPts val="0"/>
              </a:spcAft>
              <a:buSzPts val="1100"/>
              <a:buChar char="○"/>
            </a:pPr>
            <a:r>
              <a:rPr lang="en-US"/>
              <a:t>Reduce Operating Costs &amp; Inefficiencies (manual effort, cycle time) </a:t>
            </a:r>
            <a:endParaRPr/>
          </a:p>
          <a:p>
            <a:pPr indent="-298450" lvl="1" marL="914400" rtl="0" algn="l">
              <a:spcBef>
                <a:spcPts val="0"/>
              </a:spcBef>
              <a:spcAft>
                <a:spcPts val="0"/>
              </a:spcAft>
              <a:buSzPts val="1100"/>
              <a:buChar char="○"/>
            </a:pPr>
            <a:r>
              <a:rPr lang="en-US"/>
              <a:t>Improve Data Literacy by extending Data Contextualization (Taxonomies &amp; Ontologies)</a:t>
            </a:r>
            <a:endParaRPr/>
          </a:p>
          <a:p>
            <a:pPr indent="-298450" lvl="1" marL="914400" rtl="0" algn="l">
              <a:spcBef>
                <a:spcPts val="0"/>
              </a:spcBef>
              <a:spcAft>
                <a:spcPts val="0"/>
              </a:spcAft>
              <a:buSzPts val="1100"/>
              <a:buChar char="○"/>
            </a:pPr>
            <a:r>
              <a:rPr lang="en-US"/>
              <a:t>Improve Resilience &amp; Adaptability across Order Management (model driven change vs. code &amp; configuration)</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24483f33d37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24483f33d37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g24483f33d37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23" name="Google Shape;423;g24483f33d37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g2435f789684_0_98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55" name="Google Shape;455;g2435f789684_0_9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24483f33d37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491" name="Google Shape;491;g24483f33d37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2435f789684_0_10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2435f789684_0_10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2435f789684_0_9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32" name="Google Shape;532;g2435f789684_0_9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2.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2.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4 Statement - Reverse">
  <p:cSld name="Statement - Reverse">
    <p:bg>
      <p:bgPr>
        <a:solidFill>
          <a:schemeClr val="dk1"/>
        </a:solidFill>
      </p:bgPr>
    </p:bg>
    <p:spTree>
      <p:nvGrpSpPr>
        <p:cNvPr id="11" name="Shape 11"/>
        <p:cNvGrpSpPr/>
        <p:nvPr/>
      </p:nvGrpSpPr>
      <p:grpSpPr>
        <a:xfrm>
          <a:off x="0" y="0"/>
          <a:ext cx="0" cy="0"/>
          <a:chOff x="0" y="0"/>
          <a:chExt cx="0" cy="0"/>
        </a:xfrm>
      </p:grpSpPr>
      <p:sp>
        <p:nvSpPr>
          <p:cNvPr id="12" name="Google Shape;12;p2"/>
          <p:cNvSpPr txBox="1"/>
          <p:nvPr>
            <p:ph type="title"/>
          </p:nvPr>
        </p:nvSpPr>
        <p:spPr>
          <a:xfrm>
            <a:off x="609600" y="792479"/>
            <a:ext cx="9448800" cy="27432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lt1"/>
              </a:buClr>
              <a:buSzPts val="5300"/>
              <a:buFont typeface="Verizon NHG DS"/>
              <a:buNone/>
              <a:defRPr sz="5300">
                <a:solidFill>
                  <a:schemeClr val="lt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3" name="Google Shape;13;p2"/>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4" name="Google Shape;14;p2"/>
          <p:cNvSpPr/>
          <p:nvPr/>
        </p:nvSpPr>
        <p:spPr>
          <a:xfrm>
            <a:off x="144651" y="6042136"/>
            <a:ext cx="3450900" cy="7608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sp>
        <p:nvSpPr>
          <p:cNvPr id="15" name="Google Shape;15;p2"/>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pic>
        <p:nvPicPr>
          <p:cNvPr id="16" name="Google Shape;16;p2"/>
          <p:cNvPicPr preferRelativeResize="0"/>
          <p:nvPr/>
        </p:nvPicPr>
        <p:blipFill rotWithShape="1">
          <a:blip r:embed="rId2">
            <a:alphaModFix/>
          </a:blip>
          <a:srcRect b="0" l="0" r="0" t="0"/>
          <a:stretch/>
        </p:blipFill>
        <p:spPr>
          <a:xfrm>
            <a:off x="469352" y="6097504"/>
            <a:ext cx="536038" cy="57845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6 Agenda">
  <p:cSld name="Agenda">
    <p:spTree>
      <p:nvGrpSpPr>
        <p:cNvPr id="17" name="Shape 17"/>
        <p:cNvGrpSpPr/>
        <p:nvPr/>
      </p:nvGrpSpPr>
      <p:grpSpPr>
        <a:xfrm>
          <a:off x="0" y="0"/>
          <a:ext cx="0" cy="0"/>
          <a:chOff x="0" y="0"/>
          <a:chExt cx="0" cy="0"/>
        </a:xfrm>
      </p:grpSpPr>
      <p:sp>
        <p:nvSpPr>
          <p:cNvPr id="18" name="Google Shape;18;p3"/>
          <p:cNvSpPr txBox="1"/>
          <p:nvPr>
            <p:ph type="title"/>
          </p:nvPr>
        </p:nvSpPr>
        <p:spPr>
          <a:xfrm>
            <a:off x="609600" y="792480"/>
            <a:ext cx="9448800" cy="756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7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9" name="Google Shape;19;p3"/>
          <p:cNvSpPr txBox="1"/>
          <p:nvPr>
            <p:ph idx="1" type="body"/>
          </p:nvPr>
        </p:nvSpPr>
        <p:spPr>
          <a:xfrm>
            <a:off x="609600" y="1803400"/>
            <a:ext cx="9448800" cy="4114800"/>
          </a:xfrm>
          <a:prstGeom prst="rect">
            <a:avLst/>
          </a:prstGeom>
          <a:noFill/>
          <a:ln>
            <a:noFill/>
          </a:ln>
        </p:spPr>
        <p:txBody>
          <a:bodyPr anchorCtr="0" anchor="t" bIns="0" lIns="0" spcFirstLastPara="1" rIns="0" wrap="square" tIns="0">
            <a:normAutofit/>
          </a:bodyPr>
          <a:lstStyle>
            <a:lvl1pPr indent="-361950" lvl="0" marL="457200" rtl="0" algn="l">
              <a:lnSpc>
                <a:spcPct val="100000"/>
              </a:lnSpc>
              <a:spcBef>
                <a:spcPts val="1200"/>
              </a:spcBef>
              <a:spcAft>
                <a:spcPts val="0"/>
              </a:spcAft>
              <a:buClr>
                <a:schemeClr val="dk1"/>
              </a:buClr>
              <a:buSzPts val="2100"/>
              <a:buFont typeface="Verizon NHG DS"/>
              <a:buAutoNum type="arabicPeriod"/>
              <a:defRPr sz="2100"/>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30200" lvl="8" marL="4114800" rtl="0" algn="l">
              <a:lnSpc>
                <a:spcPct val="100000"/>
              </a:lnSpc>
              <a:spcBef>
                <a:spcPts val="800"/>
              </a:spcBef>
              <a:spcAft>
                <a:spcPts val="0"/>
              </a:spcAft>
              <a:buClr>
                <a:schemeClr val="dk1"/>
              </a:buClr>
              <a:buSzPts val="1600"/>
              <a:buChar char="–"/>
              <a:defRPr/>
            </a:lvl9pPr>
          </a:lstStyle>
          <a:p/>
        </p:txBody>
      </p:sp>
      <p:sp>
        <p:nvSpPr>
          <p:cNvPr id="20" name="Google Shape;20;p3"/>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21" name="Google Shape;21;p3"/>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Table of Contents">
    <p:spTree>
      <p:nvGrpSpPr>
        <p:cNvPr id="22" name="Shape 22"/>
        <p:cNvGrpSpPr/>
        <p:nvPr/>
      </p:nvGrpSpPr>
      <p:grpSpPr>
        <a:xfrm>
          <a:off x="0" y="0"/>
          <a:ext cx="0" cy="0"/>
          <a:chOff x="0" y="0"/>
          <a:chExt cx="0" cy="0"/>
        </a:xfrm>
      </p:grpSpPr>
      <p:pic>
        <p:nvPicPr>
          <p:cNvPr id="23" name="Google Shape;23;p4"/>
          <p:cNvPicPr preferRelativeResize="0"/>
          <p:nvPr/>
        </p:nvPicPr>
        <p:blipFill rotWithShape="1">
          <a:blip r:embed="rId2">
            <a:alphaModFix/>
          </a:blip>
          <a:srcRect b="0" l="0" r="0" t="0"/>
          <a:stretch/>
        </p:blipFill>
        <p:spPr>
          <a:xfrm>
            <a:off x="1621" y="1621"/>
            <a:ext cx="1620" cy="1620"/>
          </a:xfrm>
          <a:prstGeom prst="rect">
            <a:avLst/>
          </a:prstGeom>
          <a:noFill/>
          <a:ln>
            <a:noFill/>
          </a:ln>
        </p:spPr>
      </p:pic>
      <p:sp>
        <p:nvSpPr>
          <p:cNvPr id="24" name="Google Shape;24;p4"/>
          <p:cNvSpPr txBox="1"/>
          <p:nvPr>
            <p:ph idx="1" type="body"/>
          </p:nvPr>
        </p:nvSpPr>
        <p:spPr>
          <a:xfrm>
            <a:off x="609600" y="1463675"/>
            <a:ext cx="10972800" cy="4706700"/>
          </a:xfrm>
          <a:prstGeom prst="rect">
            <a:avLst/>
          </a:prstGeom>
          <a:noFill/>
          <a:ln>
            <a:noFill/>
          </a:ln>
        </p:spPr>
        <p:txBody>
          <a:bodyPr anchorCtr="0" anchor="t" bIns="0" lIns="0" spcFirstLastPara="1" rIns="0" wrap="square" tIns="0">
            <a:noAutofit/>
          </a:bodyPr>
          <a:lstStyle>
            <a:lvl1pPr indent="-355600" lvl="0" marL="457200" marR="0" rtl="0" algn="l">
              <a:lnSpc>
                <a:spcPct val="100000"/>
              </a:lnSpc>
              <a:spcBef>
                <a:spcPts val="1600"/>
              </a:spcBef>
              <a:spcAft>
                <a:spcPts val="0"/>
              </a:spcAft>
              <a:buClr>
                <a:schemeClr val="dk1"/>
              </a:buClr>
              <a:buSzPts val="2000"/>
              <a:buFont typeface="Arial"/>
              <a:buAutoNum type="arabicPeriod"/>
              <a:defRPr b="1" i="0" sz="2700" u="none" cap="none" strike="noStrike">
                <a:solidFill>
                  <a:schemeClr val="dk1"/>
                </a:solidFill>
                <a:latin typeface="Arial"/>
                <a:ea typeface="Arial"/>
                <a:cs typeface="Arial"/>
                <a:sym typeface="Arial"/>
              </a:defRPr>
            </a:lvl1pPr>
            <a:lvl2pPr indent="-228600" lvl="1" marL="914400" marR="0" rtl="0" algn="l">
              <a:lnSpc>
                <a:spcPct val="100000"/>
              </a:lnSpc>
              <a:spcBef>
                <a:spcPts val="1600"/>
              </a:spcBef>
              <a:spcAft>
                <a:spcPts val="0"/>
              </a:spcAft>
              <a:buClr>
                <a:schemeClr val="dk1"/>
              </a:buClr>
              <a:buSzPts val="1600"/>
              <a:buFont typeface="Arial"/>
              <a:buNone/>
              <a:defRPr b="0" i="0" sz="2100" u="none" cap="none" strike="noStrike">
                <a:solidFill>
                  <a:schemeClr val="dk1"/>
                </a:solidFill>
                <a:latin typeface="Arial"/>
                <a:ea typeface="Arial"/>
                <a:cs typeface="Arial"/>
                <a:sym typeface="Arial"/>
              </a:defRPr>
            </a:lvl2pPr>
            <a:lvl3pPr indent="-330200" lvl="2" marL="1371600" marR="0" rtl="0" algn="l">
              <a:lnSpc>
                <a:spcPct val="100000"/>
              </a:lnSpc>
              <a:spcBef>
                <a:spcPts val="1200"/>
              </a:spcBef>
              <a:spcAft>
                <a:spcPts val="0"/>
              </a:spcAft>
              <a:buClr>
                <a:schemeClr val="dk1"/>
              </a:buClr>
              <a:buSzPts val="1600"/>
              <a:buFont typeface="Arial"/>
              <a:buChar char="•"/>
              <a:defRPr b="0" i="0" sz="2100" u="none" cap="none" strike="noStrike">
                <a:solidFill>
                  <a:schemeClr val="dk1"/>
                </a:solidFill>
                <a:latin typeface="Arial"/>
                <a:ea typeface="Arial"/>
                <a:cs typeface="Arial"/>
                <a:sym typeface="Arial"/>
              </a:defRPr>
            </a:lvl3pPr>
            <a:lvl4pPr indent="-330200" lvl="3" marL="1828800" marR="0" rtl="0" algn="l">
              <a:lnSpc>
                <a:spcPct val="100000"/>
              </a:lnSpc>
              <a:spcBef>
                <a:spcPts val="1200"/>
              </a:spcBef>
              <a:spcAft>
                <a:spcPts val="0"/>
              </a:spcAft>
              <a:buClr>
                <a:schemeClr val="dk1"/>
              </a:buClr>
              <a:buSzPts val="1600"/>
              <a:buFont typeface="Arial"/>
              <a:buChar char="–"/>
              <a:defRPr b="0" i="0" sz="2100" u="none" cap="none" strike="noStrike">
                <a:solidFill>
                  <a:schemeClr val="dk1"/>
                </a:solidFill>
                <a:latin typeface="Arial"/>
                <a:ea typeface="Arial"/>
                <a:cs typeface="Arial"/>
                <a:sym typeface="Arial"/>
              </a:defRPr>
            </a:lvl4pPr>
            <a:lvl5pPr indent="-330200" lvl="4" marL="2286000" marR="0" rtl="0" algn="l">
              <a:lnSpc>
                <a:spcPct val="100000"/>
              </a:lnSpc>
              <a:spcBef>
                <a:spcPts val="1200"/>
              </a:spcBef>
              <a:spcAft>
                <a:spcPts val="0"/>
              </a:spcAft>
              <a:buClr>
                <a:schemeClr val="dk1"/>
              </a:buClr>
              <a:buSzPts val="1600"/>
              <a:buFont typeface="Arial"/>
              <a:buChar char="–"/>
              <a:defRPr b="0" i="0" sz="2100" u="none" cap="none" strike="noStrike">
                <a:solidFill>
                  <a:schemeClr val="dk1"/>
                </a:solidFill>
                <a:latin typeface="Arial"/>
                <a:ea typeface="Arial"/>
                <a:cs typeface="Arial"/>
                <a:sym typeface="Arial"/>
              </a:defRPr>
            </a:lvl5pPr>
            <a:lvl6pPr indent="-355600" lvl="5" marL="2743200" marR="0" rtl="0" algn="l">
              <a:lnSpc>
                <a:spcPct val="100000"/>
              </a:lnSpc>
              <a:spcBef>
                <a:spcPts val="500"/>
              </a:spcBef>
              <a:spcAft>
                <a:spcPts val="0"/>
              </a:spcAft>
              <a:buClr>
                <a:schemeClr val="dk1"/>
              </a:buClr>
              <a:buSzPts val="2000"/>
              <a:buFont typeface="Arial"/>
              <a:buChar char="•"/>
              <a:defRPr b="0" i="0" sz="2700" u="none" cap="none" strike="noStrike">
                <a:solidFill>
                  <a:schemeClr val="dk1"/>
                </a:solidFill>
                <a:latin typeface="Arial"/>
                <a:ea typeface="Arial"/>
                <a:cs typeface="Arial"/>
                <a:sym typeface="Arial"/>
              </a:defRPr>
            </a:lvl6pPr>
            <a:lvl7pPr indent="-355600" lvl="6" marL="3200400" marR="0" rtl="0" algn="l">
              <a:lnSpc>
                <a:spcPct val="100000"/>
              </a:lnSpc>
              <a:spcBef>
                <a:spcPts val="500"/>
              </a:spcBef>
              <a:spcAft>
                <a:spcPts val="0"/>
              </a:spcAft>
              <a:buClr>
                <a:schemeClr val="dk1"/>
              </a:buClr>
              <a:buSzPts val="2000"/>
              <a:buFont typeface="Arial"/>
              <a:buChar char="•"/>
              <a:defRPr b="0" i="0" sz="2700" u="none" cap="none" strike="noStrike">
                <a:solidFill>
                  <a:schemeClr val="dk1"/>
                </a:solidFill>
                <a:latin typeface="Arial"/>
                <a:ea typeface="Arial"/>
                <a:cs typeface="Arial"/>
                <a:sym typeface="Arial"/>
              </a:defRPr>
            </a:lvl7pPr>
            <a:lvl8pPr indent="-355600" lvl="7" marL="3657600" marR="0" rtl="0" algn="l">
              <a:lnSpc>
                <a:spcPct val="100000"/>
              </a:lnSpc>
              <a:spcBef>
                <a:spcPts val="500"/>
              </a:spcBef>
              <a:spcAft>
                <a:spcPts val="0"/>
              </a:spcAft>
              <a:buClr>
                <a:schemeClr val="dk1"/>
              </a:buClr>
              <a:buSzPts val="2000"/>
              <a:buFont typeface="Arial"/>
              <a:buChar char="•"/>
              <a:defRPr b="0" i="0" sz="2700" u="none" cap="none" strike="noStrike">
                <a:solidFill>
                  <a:schemeClr val="dk1"/>
                </a:solidFill>
                <a:latin typeface="Arial"/>
                <a:ea typeface="Arial"/>
                <a:cs typeface="Arial"/>
                <a:sym typeface="Arial"/>
              </a:defRPr>
            </a:lvl8pPr>
            <a:lvl9pPr indent="-355600" lvl="8" marL="4114800" marR="0" rtl="0" algn="l">
              <a:lnSpc>
                <a:spcPct val="100000"/>
              </a:lnSpc>
              <a:spcBef>
                <a:spcPts val="500"/>
              </a:spcBef>
              <a:spcAft>
                <a:spcPts val="0"/>
              </a:spcAft>
              <a:buClr>
                <a:schemeClr val="dk1"/>
              </a:buClr>
              <a:buSzPts val="2000"/>
              <a:buFont typeface="Arial"/>
              <a:buChar char="•"/>
              <a:defRPr b="0" i="0" sz="2700" u="none" cap="none" strike="noStrike">
                <a:solidFill>
                  <a:schemeClr val="dk1"/>
                </a:solidFill>
                <a:latin typeface="Arial"/>
                <a:ea typeface="Arial"/>
                <a:cs typeface="Arial"/>
                <a:sym typeface="Arial"/>
              </a:defRPr>
            </a:lvl9pPr>
          </a:lstStyle>
          <a:p/>
        </p:txBody>
      </p:sp>
      <p:sp>
        <p:nvSpPr>
          <p:cNvPr id="25" name="Google Shape;25;p4"/>
          <p:cNvSpPr txBox="1"/>
          <p:nvPr>
            <p:ph idx="12" type="sldNum"/>
          </p:nvPr>
        </p:nvSpPr>
        <p:spPr>
          <a:xfrm>
            <a:off x="11277600" y="6414532"/>
            <a:ext cx="304800" cy="2289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1" i="0" sz="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26" name="Google Shape;26;p4"/>
          <p:cNvCxnSpPr/>
          <p:nvPr/>
        </p:nvCxnSpPr>
        <p:spPr>
          <a:xfrm>
            <a:off x="609600" y="457200"/>
            <a:ext cx="10972800" cy="0"/>
          </a:xfrm>
          <a:prstGeom prst="straightConnector1">
            <a:avLst/>
          </a:prstGeom>
          <a:noFill/>
          <a:ln cap="flat" cmpd="sng" w="47625">
            <a:solidFill>
              <a:schemeClr val="dk1"/>
            </a:solidFill>
            <a:prstDash val="solid"/>
            <a:round/>
            <a:headEnd len="sm" w="sm" type="none"/>
            <a:tailEnd len="sm" w="sm" type="none"/>
          </a:ln>
        </p:spPr>
      </p:cxnSp>
      <p:sp>
        <p:nvSpPr>
          <p:cNvPr id="27" name="Google Shape;27;p4"/>
          <p:cNvSpPr txBox="1"/>
          <p:nvPr>
            <p:ph type="title"/>
          </p:nvPr>
        </p:nvSpPr>
        <p:spPr>
          <a:xfrm>
            <a:off x="609599" y="594360"/>
            <a:ext cx="10972800" cy="389100"/>
          </a:xfrm>
          <a:prstGeom prst="rect">
            <a:avLst/>
          </a:prstGeom>
          <a:noFill/>
          <a:ln>
            <a:noFill/>
          </a:ln>
        </p:spPr>
        <p:txBody>
          <a:bodyPr anchorCtr="0" anchor="t" bIns="0" lIns="0" spcFirstLastPara="1" rIns="0" wrap="square" tIns="0">
            <a:noAutofit/>
          </a:bodyPr>
          <a:lstStyle>
            <a:lvl1pPr lvl="0" marR="0" rtl="0" algn="l">
              <a:lnSpc>
                <a:spcPct val="80000"/>
              </a:lnSpc>
              <a:spcBef>
                <a:spcPts val="0"/>
              </a:spcBef>
              <a:spcAft>
                <a:spcPts val="0"/>
              </a:spcAft>
              <a:buClr>
                <a:schemeClr val="dk1"/>
              </a:buClr>
              <a:buSzPts val="2400"/>
              <a:buFont typeface="Arial"/>
              <a:buNone/>
              <a:defRPr b="1" i="0" sz="3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24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1">
  <p:cSld name="1_Title and Content 1">
    <p:spTree>
      <p:nvGrpSpPr>
        <p:cNvPr id="28" name="Shape 28"/>
        <p:cNvGrpSpPr/>
        <p:nvPr/>
      </p:nvGrpSpPr>
      <p:grpSpPr>
        <a:xfrm>
          <a:off x="0" y="0"/>
          <a:ext cx="0" cy="0"/>
          <a:chOff x="0" y="0"/>
          <a:chExt cx="0" cy="0"/>
        </a:xfrm>
      </p:grpSpPr>
      <p:cxnSp>
        <p:nvCxnSpPr>
          <p:cNvPr id="29" name="Google Shape;29;p5"/>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30" name="Google Shape;30;p5"/>
          <p:cNvSpPr txBox="1"/>
          <p:nvPr>
            <p:ph type="title"/>
          </p:nvPr>
        </p:nvSpPr>
        <p:spPr>
          <a:xfrm>
            <a:off x="609600" y="787400"/>
            <a:ext cx="10972800" cy="3939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19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31" name="Google Shape;31;p5"/>
          <p:cNvSpPr txBox="1"/>
          <p:nvPr/>
        </p:nvSpPr>
        <p:spPr>
          <a:xfrm>
            <a:off x="11277599" y="6266689"/>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Arial"/>
                <a:ea typeface="Arial"/>
                <a:cs typeface="Arial"/>
                <a:sym typeface="Arial"/>
              </a:rPr>
              <a:t>‹#›</a:t>
            </a:fld>
            <a:endParaRPr b="1" i="0" sz="9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7">
  <p:cSld name="Agenda_8">
    <p:spTree>
      <p:nvGrpSpPr>
        <p:cNvPr id="32" name="Shape 32"/>
        <p:cNvGrpSpPr/>
        <p:nvPr/>
      </p:nvGrpSpPr>
      <p:grpSpPr>
        <a:xfrm>
          <a:off x="0" y="0"/>
          <a:ext cx="0" cy="0"/>
          <a:chOff x="0" y="0"/>
          <a:chExt cx="0" cy="0"/>
        </a:xfrm>
      </p:grpSpPr>
      <p:sp>
        <p:nvSpPr>
          <p:cNvPr id="33" name="Google Shape;33;p6"/>
          <p:cNvSpPr txBox="1"/>
          <p:nvPr>
            <p:ph type="title"/>
          </p:nvPr>
        </p:nvSpPr>
        <p:spPr>
          <a:xfrm>
            <a:off x="609600" y="792480"/>
            <a:ext cx="9448800" cy="9144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32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34" name="Google Shape;34;p6"/>
          <p:cNvSpPr txBox="1"/>
          <p:nvPr>
            <p:ph idx="1" type="body"/>
          </p:nvPr>
        </p:nvSpPr>
        <p:spPr>
          <a:xfrm>
            <a:off x="609600" y="1946107"/>
            <a:ext cx="9448800" cy="3972000"/>
          </a:xfrm>
          <a:prstGeom prst="rect">
            <a:avLst/>
          </a:prstGeom>
          <a:noFill/>
          <a:ln>
            <a:noFill/>
          </a:ln>
        </p:spPr>
        <p:txBody>
          <a:bodyPr anchorCtr="0" anchor="t" bIns="0" lIns="0" spcFirstLastPara="1" rIns="0" wrap="square" tIns="0">
            <a:noAutofit/>
          </a:bodyPr>
          <a:lstStyle>
            <a:lvl1pPr indent="-361950" lvl="0" marL="457200" rtl="0" algn="l">
              <a:lnSpc>
                <a:spcPct val="100000"/>
              </a:lnSpc>
              <a:spcBef>
                <a:spcPts val="1200"/>
              </a:spcBef>
              <a:spcAft>
                <a:spcPts val="0"/>
              </a:spcAft>
              <a:buClr>
                <a:schemeClr val="dk1"/>
              </a:buClr>
              <a:buSzPts val="2100"/>
              <a:buFont typeface="Verizon NHG DS"/>
              <a:buAutoNum type="arabicPeriod"/>
              <a:defRPr sz="2100"/>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30200" lvl="8" marL="4114800" rtl="0" algn="l">
              <a:lnSpc>
                <a:spcPct val="100000"/>
              </a:lnSpc>
              <a:spcBef>
                <a:spcPts val="800"/>
              </a:spcBef>
              <a:spcAft>
                <a:spcPts val="0"/>
              </a:spcAft>
              <a:buClr>
                <a:schemeClr val="dk1"/>
              </a:buClr>
              <a:buSzPts val="1600"/>
              <a:buChar char="–"/>
              <a:defRPr/>
            </a:lvl9pPr>
          </a:lstStyle>
          <a:p/>
        </p:txBody>
      </p:sp>
      <p:sp>
        <p:nvSpPr>
          <p:cNvPr id="35" name="Google Shape;35;p6"/>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36" name="Google Shape;36;p6"/>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type="obj">
  <p:cSld name="OBJECT">
    <p:spTree>
      <p:nvGrpSpPr>
        <p:cNvPr id="37" name="Shape 37"/>
        <p:cNvGrpSpPr/>
        <p:nvPr/>
      </p:nvGrpSpPr>
      <p:grpSpPr>
        <a:xfrm>
          <a:off x="0" y="0"/>
          <a:ext cx="0" cy="0"/>
          <a:chOff x="0" y="0"/>
          <a:chExt cx="0" cy="0"/>
        </a:xfrm>
      </p:grpSpPr>
      <p:sp>
        <p:nvSpPr>
          <p:cNvPr id="38" name="Google Shape;38;p7"/>
          <p:cNvSpPr txBox="1"/>
          <p:nvPr>
            <p:ph type="title"/>
          </p:nvPr>
        </p:nvSpPr>
        <p:spPr>
          <a:xfrm>
            <a:off x="609600" y="792480"/>
            <a:ext cx="9448800" cy="914400"/>
          </a:xfrm>
          <a:prstGeom prst="rect">
            <a:avLst/>
          </a:prstGeom>
          <a:noFill/>
          <a:ln>
            <a:noFill/>
          </a:ln>
        </p:spPr>
        <p:txBody>
          <a:bodyPr anchorCtr="0" anchor="t" bIns="0" lIns="0" spcFirstLastPara="1" rIns="0" wrap="square" tIns="0">
            <a:normAutofit/>
          </a:bodyPr>
          <a:lstStyle>
            <a:lvl1pPr lvl="0" marR="0" rtl="0" algn="l">
              <a:lnSpc>
                <a:spcPct val="80000"/>
              </a:lnSpc>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1pPr>
            <a:lvl2pPr lvl="1" rtl="0" algn="l">
              <a:lnSpc>
                <a:spcPct val="100000"/>
              </a:lnSpc>
              <a:spcBef>
                <a:spcPts val="0"/>
              </a:spcBef>
              <a:spcAft>
                <a:spcPts val="0"/>
              </a:spcAft>
              <a:buSzPts val="1900"/>
              <a:buNone/>
              <a:defRPr sz="1900"/>
            </a:lvl2pPr>
            <a:lvl3pPr lvl="2" rtl="0" algn="l">
              <a:lnSpc>
                <a:spcPct val="100000"/>
              </a:lnSpc>
              <a:spcBef>
                <a:spcPts val="0"/>
              </a:spcBef>
              <a:spcAft>
                <a:spcPts val="0"/>
              </a:spcAft>
              <a:buSzPts val="1900"/>
              <a:buNone/>
              <a:defRPr sz="1900"/>
            </a:lvl3pPr>
            <a:lvl4pPr lvl="3" rtl="0" algn="l">
              <a:lnSpc>
                <a:spcPct val="100000"/>
              </a:lnSpc>
              <a:spcBef>
                <a:spcPts val="0"/>
              </a:spcBef>
              <a:spcAft>
                <a:spcPts val="0"/>
              </a:spcAft>
              <a:buSzPts val="1900"/>
              <a:buNone/>
              <a:defRPr sz="1900"/>
            </a:lvl4pPr>
            <a:lvl5pPr lvl="4" rtl="0" algn="l">
              <a:lnSpc>
                <a:spcPct val="100000"/>
              </a:lnSpc>
              <a:spcBef>
                <a:spcPts val="0"/>
              </a:spcBef>
              <a:spcAft>
                <a:spcPts val="0"/>
              </a:spcAft>
              <a:buSzPts val="1900"/>
              <a:buNone/>
              <a:defRPr sz="1900"/>
            </a:lvl5pPr>
            <a:lvl6pPr lvl="5" rtl="0" algn="l">
              <a:lnSpc>
                <a:spcPct val="100000"/>
              </a:lnSpc>
              <a:spcBef>
                <a:spcPts val="0"/>
              </a:spcBef>
              <a:spcAft>
                <a:spcPts val="0"/>
              </a:spcAft>
              <a:buSzPts val="1900"/>
              <a:buNone/>
              <a:defRPr sz="1900"/>
            </a:lvl6pPr>
            <a:lvl7pPr lvl="6" rtl="0" algn="l">
              <a:lnSpc>
                <a:spcPct val="100000"/>
              </a:lnSpc>
              <a:spcBef>
                <a:spcPts val="0"/>
              </a:spcBef>
              <a:spcAft>
                <a:spcPts val="0"/>
              </a:spcAft>
              <a:buSzPts val="1900"/>
              <a:buNone/>
              <a:defRPr sz="1900"/>
            </a:lvl7pPr>
            <a:lvl8pPr lvl="7" rtl="0" algn="l">
              <a:lnSpc>
                <a:spcPct val="100000"/>
              </a:lnSpc>
              <a:spcBef>
                <a:spcPts val="0"/>
              </a:spcBef>
              <a:spcAft>
                <a:spcPts val="0"/>
              </a:spcAft>
              <a:buSzPts val="1900"/>
              <a:buNone/>
              <a:defRPr sz="1900"/>
            </a:lvl8pPr>
            <a:lvl9pPr lvl="8" rtl="0" algn="l">
              <a:lnSpc>
                <a:spcPct val="100000"/>
              </a:lnSpc>
              <a:spcBef>
                <a:spcPts val="0"/>
              </a:spcBef>
              <a:spcAft>
                <a:spcPts val="0"/>
              </a:spcAft>
              <a:buSzPts val="1900"/>
              <a:buNone/>
              <a:defRPr sz="1900"/>
            </a:lvl9pPr>
          </a:lstStyle>
          <a:p/>
        </p:txBody>
      </p:sp>
      <p:sp>
        <p:nvSpPr>
          <p:cNvPr id="39" name="Google Shape;39;p7"/>
          <p:cNvSpPr txBox="1"/>
          <p:nvPr>
            <p:ph idx="1" type="body"/>
          </p:nvPr>
        </p:nvSpPr>
        <p:spPr>
          <a:xfrm>
            <a:off x="609600" y="1946107"/>
            <a:ext cx="9448800" cy="4023300"/>
          </a:xfrm>
          <a:prstGeom prst="rect">
            <a:avLst/>
          </a:prstGeom>
          <a:noFill/>
          <a:ln>
            <a:noFill/>
          </a:ln>
        </p:spPr>
        <p:txBody>
          <a:bodyPr anchorCtr="0" anchor="t" bIns="0" lIns="0" spcFirstLastPara="1" rIns="0" wrap="square" tIns="0">
            <a:normAutofit/>
          </a:bodyPr>
          <a:lstStyle>
            <a:lvl1pPr indent="-361950" lvl="0" marL="457200" marR="0" rtl="0" algn="l">
              <a:lnSpc>
                <a:spcPct val="100000"/>
              </a:lnSpc>
              <a:spcBef>
                <a:spcPts val="1200"/>
              </a:spcBef>
              <a:spcAft>
                <a:spcPts val="0"/>
              </a:spcAft>
              <a:buClr>
                <a:schemeClr val="dk1"/>
              </a:buClr>
              <a:buSzPts val="2100"/>
              <a:buFont typeface="Arial"/>
              <a:buAutoNum type="arabicPeriod"/>
              <a:defRPr b="1" i="0" sz="2100" u="none" cap="none" strike="noStrike">
                <a:solidFill>
                  <a:schemeClr val="dk1"/>
                </a:solidFill>
                <a:latin typeface="Arial"/>
                <a:ea typeface="Arial"/>
                <a:cs typeface="Arial"/>
                <a:sym typeface="Arial"/>
              </a:defRPr>
            </a:lvl1pPr>
            <a:lvl2pPr indent="-228600" lvl="1" marL="914400" marR="0" rtl="0" algn="l">
              <a:lnSpc>
                <a:spcPct val="100000"/>
              </a:lnSpc>
              <a:spcBef>
                <a:spcPts val="12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2pPr>
            <a:lvl3pPr indent="-330200" lvl="2" marL="13716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3pPr>
            <a:lvl4pPr indent="-330200" lvl="3" marL="18288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40" name="Google Shape;40;p7"/>
          <p:cNvSpPr txBox="1"/>
          <p:nvPr>
            <p:ph idx="10" type="dt"/>
          </p:nvPr>
        </p:nvSpPr>
        <p:spPr>
          <a:xfrm>
            <a:off x="10058400" y="6266688"/>
            <a:ext cx="1219200" cy="3048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9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1900" u="none" cap="none" strike="noStrike">
                <a:solidFill>
                  <a:schemeClr val="dk1"/>
                </a:solidFill>
                <a:latin typeface="Arial"/>
                <a:ea typeface="Arial"/>
                <a:cs typeface="Arial"/>
                <a:sym typeface="Arial"/>
              </a:defRPr>
            </a:lvl9pPr>
          </a:lstStyle>
          <a:p/>
        </p:txBody>
      </p:sp>
      <p:sp>
        <p:nvSpPr>
          <p:cNvPr id="41" name="Google Shape;41;p7"/>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42" name="Google Shape;42;p7"/>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Column Text and Photos 1">
  <p:cSld name="Four Column Text and Photos_1">
    <p:spTree>
      <p:nvGrpSpPr>
        <p:cNvPr id="43" name="Shape 43"/>
        <p:cNvGrpSpPr/>
        <p:nvPr/>
      </p:nvGrpSpPr>
      <p:grpSpPr>
        <a:xfrm>
          <a:off x="0" y="0"/>
          <a:ext cx="0" cy="0"/>
          <a:chOff x="0" y="0"/>
          <a:chExt cx="0" cy="0"/>
        </a:xfrm>
      </p:grpSpPr>
      <p:sp>
        <p:nvSpPr>
          <p:cNvPr id="44" name="Google Shape;44;p8"/>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45" name="Google Shape;45;p8"/>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46" name="Google Shape;46;p8"/>
          <p:cNvSpPr txBox="1"/>
          <p:nvPr>
            <p:ph idx="1" type="body"/>
          </p:nvPr>
        </p:nvSpPr>
        <p:spPr>
          <a:xfrm>
            <a:off x="6268304" y="4182848"/>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47" name="Google Shape;47;p8"/>
          <p:cNvSpPr txBox="1"/>
          <p:nvPr>
            <p:ph idx="2" type="body"/>
          </p:nvPr>
        </p:nvSpPr>
        <p:spPr>
          <a:xfrm>
            <a:off x="3430484" y="4182848"/>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48" name="Google Shape;48;p8"/>
          <p:cNvSpPr txBox="1"/>
          <p:nvPr>
            <p:ph idx="3" type="body"/>
          </p:nvPr>
        </p:nvSpPr>
        <p:spPr>
          <a:xfrm>
            <a:off x="609600" y="4182848"/>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49" name="Google Shape;49;p8"/>
          <p:cNvSpPr/>
          <p:nvPr>
            <p:ph idx="4" type="pic"/>
          </p:nvPr>
        </p:nvSpPr>
        <p:spPr>
          <a:xfrm>
            <a:off x="609600" y="1943101"/>
            <a:ext cx="2493300" cy="2121600"/>
          </a:xfrm>
          <a:prstGeom prst="rect">
            <a:avLst/>
          </a:prstGeom>
          <a:noFill/>
          <a:ln>
            <a:noFill/>
          </a:ln>
        </p:spPr>
      </p:sp>
      <p:sp>
        <p:nvSpPr>
          <p:cNvPr id="50" name="Google Shape;50;p8"/>
          <p:cNvSpPr/>
          <p:nvPr>
            <p:ph idx="5" type="pic"/>
          </p:nvPr>
        </p:nvSpPr>
        <p:spPr>
          <a:xfrm>
            <a:off x="3430483" y="1943101"/>
            <a:ext cx="2493300" cy="2121600"/>
          </a:xfrm>
          <a:prstGeom prst="rect">
            <a:avLst/>
          </a:prstGeom>
          <a:noFill/>
          <a:ln>
            <a:noFill/>
          </a:ln>
        </p:spPr>
      </p:sp>
      <p:sp>
        <p:nvSpPr>
          <p:cNvPr id="51" name="Google Shape;51;p8"/>
          <p:cNvSpPr/>
          <p:nvPr>
            <p:ph idx="6" type="pic"/>
          </p:nvPr>
        </p:nvSpPr>
        <p:spPr>
          <a:xfrm>
            <a:off x="6268304" y="1943101"/>
            <a:ext cx="2493300" cy="2121600"/>
          </a:xfrm>
          <a:prstGeom prst="rect">
            <a:avLst/>
          </a:prstGeom>
          <a:noFill/>
          <a:ln>
            <a:noFill/>
          </a:ln>
        </p:spPr>
      </p:sp>
      <p:sp>
        <p:nvSpPr>
          <p:cNvPr id="52" name="Google Shape;52;p8"/>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53" name="Google Shape;53;p8"/>
          <p:cNvSpPr txBox="1"/>
          <p:nvPr>
            <p:ph idx="7" type="body"/>
          </p:nvPr>
        </p:nvSpPr>
        <p:spPr>
          <a:xfrm>
            <a:off x="9089188" y="4182848"/>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54" name="Google Shape;54;p8"/>
          <p:cNvSpPr/>
          <p:nvPr>
            <p:ph idx="8" type="pic"/>
          </p:nvPr>
        </p:nvSpPr>
        <p:spPr>
          <a:xfrm>
            <a:off x="9089188" y="1943101"/>
            <a:ext cx="2493300" cy="2121600"/>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8 Title and Content">
  <p:cSld name="Title and Content">
    <p:spTree>
      <p:nvGrpSpPr>
        <p:cNvPr id="55" name="Shape 55"/>
        <p:cNvGrpSpPr/>
        <p:nvPr/>
      </p:nvGrpSpPr>
      <p:grpSpPr>
        <a:xfrm>
          <a:off x="0" y="0"/>
          <a:ext cx="0" cy="0"/>
          <a:chOff x="0" y="0"/>
          <a:chExt cx="0" cy="0"/>
        </a:xfrm>
      </p:grpSpPr>
      <p:sp>
        <p:nvSpPr>
          <p:cNvPr id="56" name="Google Shape;56;p9"/>
          <p:cNvSpPr txBox="1"/>
          <p:nvPr>
            <p:ph idx="1" type="body"/>
          </p:nvPr>
        </p:nvSpPr>
        <p:spPr>
          <a:xfrm>
            <a:off x="609600" y="1803400"/>
            <a:ext cx="9448800" cy="41148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57" name="Google Shape;57;p9"/>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58" name="Google Shape;58;p9"/>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59" name="Google Shape;59;p9"/>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60" name="Shape 60"/>
        <p:cNvGrpSpPr/>
        <p:nvPr/>
      </p:nvGrpSpPr>
      <p:grpSpPr>
        <a:xfrm>
          <a:off x="0" y="0"/>
          <a:ext cx="0" cy="0"/>
          <a:chOff x="0" y="0"/>
          <a:chExt cx="0" cy="0"/>
        </a:xfrm>
      </p:grpSpPr>
      <p:sp>
        <p:nvSpPr>
          <p:cNvPr id="61" name="Google Shape;61;p10"/>
          <p:cNvSpPr txBox="1"/>
          <p:nvPr>
            <p:ph type="title"/>
          </p:nvPr>
        </p:nvSpPr>
        <p:spPr>
          <a:xfrm>
            <a:off x="609600" y="726440"/>
            <a:ext cx="10972800" cy="393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3200"/>
              <a:buFont typeface="Verizon NHG DS"/>
              <a:buNone/>
              <a:defRPr>
                <a:latin typeface="Verizon NHG DS"/>
                <a:ea typeface="Verizon NHG DS"/>
                <a:cs typeface="Verizon NHG DS"/>
                <a:sym typeface="Verizon NHG DS"/>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cxnSp>
        <p:nvCxnSpPr>
          <p:cNvPr id="62" name="Google Shape;62;p10"/>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63" name="Google Shape;63;p10"/>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Verizon NHG DS"/>
                <a:ea typeface="Verizon NHG DS"/>
                <a:cs typeface="Verizon NHG DS"/>
                <a:sym typeface="Verizon NHG DS"/>
              </a:rPr>
              <a:t>‹#›</a:t>
            </a:fld>
            <a:endParaRPr b="1" i="0" sz="900" u="none" cap="none" strike="noStrike">
              <a:solidFill>
                <a:srgbClr val="000000"/>
              </a:solidFill>
              <a:latin typeface="Verizon NHG DS"/>
              <a:ea typeface="Verizon NHG DS"/>
              <a:cs typeface="Verizon NHG DS"/>
              <a:sym typeface="Verizon NHG D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1 1 1">
  <p:cSld name="1_Title and Content 1 1">
    <p:spTree>
      <p:nvGrpSpPr>
        <p:cNvPr id="64" name="Shape 64"/>
        <p:cNvGrpSpPr/>
        <p:nvPr/>
      </p:nvGrpSpPr>
      <p:grpSpPr>
        <a:xfrm>
          <a:off x="0" y="0"/>
          <a:ext cx="0" cy="0"/>
          <a:chOff x="0" y="0"/>
          <a:chExt cx="0" cy="0"/>
        </a:xfrm>
      </p:grpSpPr>
      <p:cxnSp>
        <p:nvCxnSpPr>
          <p:cNvPr id="65" name="Google Shape;65;p11"/>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66" name="Google Shape;66;p11"/>
          <p:cNvSpPr txBox="1"/>
          <p:nvPr>
            <p:ph type="title"/>
          </p:nvPr>
        </p:nvSpPr>
        <p:spPr>
          <a:xfrm>
            <a:off x="609600" y="787400"/>
            <a:ext cx="10972800" cy="393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67" name="Google Shape;67;p11"/>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Verizon NHG TX"/>
              <a:buNone/>
            </a:pPr>
            <a:fld id="{00000000-1234-1234-1234-123412341234}" type="slidenum">
              <a:rPr b="1" i="0" lang="en-US" sz="900" u="none" cap="none" strike="noStrike">
                <a:solidFill>
                  <a:srgbClr val="000000"/>
                </a:solidFill>
                <a:latin typeface="Verizon NHG TX"/>
                <a:ea typeface="Verizon NHG TX"/>
                <a:cs typeface="Verizon NHG TX"/>
                <a:sym typeface="Verizon NHG TX"/>
              </a:rPr>
              <a:t>‹#›</a:t>
            </a:fld>
            <a:endParaRPr b="1" i="0" sz="900" u="none" cap="none" strike="noStrike">
              <a:solidFill>
                <a:srgbClr val="000000"/>
              </a:solidFill>
              <a:latin typeface="Verizon NHG TX"/>
              <a:ea typeface="Verizon NHG TX"/>
              <a:cs typeface="Verizon NHG TX"/>
              <a:sym typeface="Verizon NHG TX"/>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8 External Sign Off">
  <p:cSld name="External Sign Off">
    <p:spTree>
      <p:nvGrpSpPr>
        <p:cNvPr id="68" name="Shape 68"/>
        <p:cNvGrpSpPr/>
        <p:nvPr/>
      </p:nvGrpSpPr>
      <p:grpSpPr>
        <a:xfrm>
          <a:off x="0" y="0"/>
          <a:ext cx="0" cy="0"/>
          <a:chOff x="0" y="0"/>
          <a:chExt cx="0" cy="0"/>
        </a:xfrm>
      </p:grpSpPr>
      <p:sp>
        <p:nvSpPr>
          <p:cNvPr id="69" name="Google Shape;69;p12"/>
          <p:cNvSpPr/>
          <p:nvPr/>
        </p:nvSpPr>
        <p:spPr>
          <a:xfrm>
            <a:off x="421679" y="6132668"/>
            <a:ext cx="8580300" cy="531600"/>
          </a:xfrm>
          <a:prstGeom prst="rect">
            <a:avLst/>
          </a:prstGeom>
          <a:solidFill>
            <a:srgbClr val="FFFFFF"/>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pic>
        <p:nvPicPr>
          <p:cNvPr id="70" name="Google Shape;70;p12"/>
          <p:cNvPicPr preferRelativeResize="0"/>
          <p:nvPr/>
        </p:nvPicPr>
        <p:blipFill rotWithShape="1">
          <a:blip r:embed="rId2">
            <a:alphaModFix/>
          </a:blip>
          <a:srcRect b="0" l="0" r="0" t="0"/>
          <a:stretch/>
        </p:blipFill>
        <p:spPr>
          <a:xfrm>
            <a:off x="2942833" y="96867"/>
            <a:ext cx="6306334" cy="6664269"/>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 Three Column Text and Photos">
  <p:cSld name="Three Column Text and Photos">
    <p:spTree>
      <p:nvGrpSpPr>
        <p:cNvPr id="71" name="Shape 71"/>
        <p:cNvGrpSpPr/>
        <p:nvPr/>
      </p:nvGrpSpPr>
      <p:grpSpPr>
        <a:xfrm>
          <a:off x="0" y="0"/>
          <a:ext cx="0" cy="0"/>
          <a:chOff x="0" y="0"/>
          <a:chExt cx="0" cy="0"/>
        </a:xfrm>
      </p:grpSpPr>
      <p:sp>
        <p:nvSpPr>
          <p:cNvPr id="72" name="Google Shape;72;p13"/>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73" name="Google Shape;73;p13"/>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74" name="Google Shape;74;p13"/>
          <p:cNvSpPr txBox="1"/>
          <p:nvPr>
            <p:ph idx="1" type="body"/>
          </p:nvPr>
        </p:nvSpPr>
        <p:spPr>
          <a:xfrm>
            <a:off x="8158951" y="4043147"/>
            <a:ext cx="3423600" cy="18753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75" name="Google Shape;75;p13"/>
          <p:cNvSpPr txBox="1"/>
          <p:nvPr>
            <p:ph idx="2" type="body"/>
          </p:nvPr>
        </p:nvSpPr>
        <p:spPr>
          <a:xfrm>
            <a:off x="4384276" y="4043147"/>
            <a:ext cx="3423600" cy="18753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76" name="Google Shape;76;p13"/>
          <p:cNvSpPr txBox="1"/>
          <p:nvPr>
            <p:ph idx="3" type="body"/>
          </p:nvPr>
        </p:nvSpPr>
        <p:spPr>
          <a:xfrm>
            <a:off x="609600" y="4043147"/>
            <a:ext cx="3423600" cy="18753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77" name="Google Shape;77;p13"/>
          <p:cNvSpPr/>
          <p:nvPr>
            <p:ph idx="4" type="pic"/>
          </p:nvPr>
        </p:nvSpPr>
        <p:spPr>
          <a:xfrm>
            <a:off x="609600" y="1803400"/>
            <a:ext cx="3423600" cy="2121600"/>
          </a:xfrm>
          <a:prstGeom prst="rect">
            <a:avLst/>
          </a:prstGeom>
          <a:noFill/>
          <a:ln>
            <a:noFill/>
          </a:ln>
        </p:spPr>
      </p:sp>
      <p:sp>
        <p:nvSpPr>
          <p:cNvPr id="78" name="Google Shape;78;p13"/>
          <p:cNvSpPr/>
          <p:nvPr>
            <p:ph idx="5" type="pic"/>
          </p:nvPr>
        </p:nvSpPr>
        <p:spPr>
          <a:xfrm>
            <a:off x="4384275" y="1803400"/>
            <a:ext cx="3423600" cy="2121600"/>
          </a:xfrm>
          <a:prstGeom prst="rect">
            <a:avLst/>
          </a:prstGeom>
          <a:noFill/>
          <a:ln>
            <a:noFill/>
          </a:ln>
        </p:spPr>
      </p:sp>
      <p:sp>
        <p:nvSpPr>
          <p:cNvPr id="79" name="Google Shape;79;p13"/>
          <p:cNvSpPr/>
          <p:nvPr>
            <p:ph idx="6" type="pic"/>
          </p:nvPr>
        </p:nvSpPr>
        <p:spPr>
          <a:xfrm>
            <a:off x="8158951" y="1803400"/>
            <a:ext cx="3423600" cy="2121600"/>
          </a:xfrm>
          <a:prstGeom prst="rect">
            <a:avLst/>
          </a:prstGeom>
          <a:noFill/>
          <a:ln>
            <a:noFill/>
          </a:ln>
        </p:spPr>
      </p:sp>
      <p:sp>
        <p:nvSpPr>
          <p:cNvPr id="80" name="Google Shape;80;p13"/>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p:cSld name="1_Title and Content_13">
    <p:spTree>
      <p:nvGrpSpPr>
        <p:cNvPr id="81" name="Shape 81"/>
        <p:cNvGrpSpPr/>
        <p:nvPr/>
      </p:nvGrpSpPr>
      <p:grpSpPr>
        <a:xfrm>
          <a:off x="0" y="0"/>
          <a:ext cx="0" cy="0"/>
          <a:chOff x="0" y="0"/>
          <a:chExt cx="0" cy="0"/>
        </a:xfrm>
      </p:grpSpPr>
      <p:cxnSp>
        <p:nvCxnSpPr>
          <p:cNvPr id="82" name="Google Shape;82;p14"/>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83" name="Google Shape;83;p14"/>
          <p:cNvSpPr txBox="1"/>
          <p:nvPr>
            <p:ph type="title"/>
          </p:nvPr>
        </p:nvSpPr>
        <p:spPr>
          <a:xfrm>
            <a:off x="609600" y="787400"/>
            <a:ext cx="10972800" cy="393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84" name="Google Shape;84;p14"/>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Verizon NHG DS"/>
                <a:ea typeface="Verizon NHG DS"/>
                <a:cs typeface="Verizon NHG DS"/>
                <a:sym typeface="Verizon NHG DS"/>
              </a:rPr>
              <a:t>‹#›</a:t>
            </a:fld>
            <a:endParaRPr b="1" i="0" sz="900" u="none" cap="none" strike="noStrike">
              <a:solidFill>
                <a:srgbClr val="000000"/>
              </a:solidFill>
              <a:latin typeface="Verizon NHG DS"/>
              <a:ea typeface="Verizon NHG DS"/>
              <a:cs typeface="Verizon NHG DS"/>
              <a:sym typeface="Verizon NHG D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2_Title and Content">
    <p:spTree>
      <p:nvGrpSpPr>
        <p:cNvPr id="85" name="Shape 85"/>
        <p:cNvGrpSpPr/>
        <p:nvPr/>
      </p:nvGrpSpPr>
      <p:grpSpPr>
        <a:xfrm>
          <a:off x="0" y="0"/>
          <a:ext cx="0" cy="0"/>
          <a:chOff x="0" y="0"/>
          <a:chExt cx="0" cy="0"/>
        </a:xfrm>
      </p:grpSpPr>
      <p:sp>
        <p:nvSpPr>
          <p:cNvPr id="86" name="Google Shape;86;p15"/>
          <p:cNvSpPr txBox="1"/>
          <p:nvPr>
            <p:ph idx="1" type="body"/>
          </p:nvPr>
        </p:nvSpPr>
        <p:spPr>
          <a:xfrm>
            <a:off x="609600" y="1946108"/>
            <a:ext cx="9448800" cy="39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Font typeface="Verizon NHG TX"/>
              <a:buNone/>
              <a:defRPr/>
            </a:lvl1pPr>
            <a:lvl2pPr indent="-228600" lvl="1" marL="914400" rtl="0" algn="l">
              <a:lnSpc>
                <a:spcPct val="100000"/>
              </a:lnSpc>
              <a:spcBef>
                <a:spcPts val="1200"/>
              </a:spcBef>
              <a:spcAft>
                <a:spcPts val="0"/>
              </a:spcAft>
              <a:buClr>
                <a:schemeClr val="dk1"/>
              </a:buClr>
              <a:buSzPts val="2400"/>
              <a:buFont typeface="Verizon NHG TX"/>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87" name="Google Shape;87;p15"/>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88" name="Google Shape;88;p15"/>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89" name="Google Shape;89;p15"/>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7">
  <p:cSld name="1_Title and Content_11_1">
    <p:spTree>
      <p:nvGrpSpPr>
        <p:cNvPr id="90" name="Shape 90"/>
        <p:cNvGrpSpPr/>
        <p:nvPr/>
      </p:nvGrpSpPr>
      <p:grpSpPr>
        <a:xfrm>
          <a:off x="0" y="0"/>
          <a:ext cx="0" cy="0"/>
          <a:chOff x="0" y="0"/>
          <a:chExt cx="0" cy="0"/>
        </a:xfrm>
      </p:grpSpPr>
      <p:sp>
        <p:nvSpPr>
          <p:cNvPr id="91" name="Google Shape;91;p16"/>
          <p:cNvSpPr txBox="1"/>
          <p:nvPr>
            <p:ph idx="1" type="body"/>
          </p:nvPr>
        </p:nvSpPr>
        <p:spPr>
          <a:xfrm>
            <a:off x="609600" y="1946107"/>
            <a:ext cx="9448800" cy="40233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900"/>
              <a:buNone/>
              <a:defRPr/>
            </a:lvl1pPr>
            <a:lvl2pPr indent="-228600" lvl="1" marL="914400" rtl="0" algn="l">
              <a:lnSpc>
                <a:spcPct val="100000"/>
              </a:lnSpc>
              <a:spcBef>
                <a:spcPts val="1200"/>
              </a:spcBef>
              <a:spcAft>
                <a:spcPts val="0"/>
              </a:spcAft>
              <a:buClr>
                <a:schemeClr val="dk1"/>
              </a:buClr>
              <a:buSzPts val="1900"/>
              <a:buNone/>
              <a:defRPr/>
            </a:lvl2pPr>
            <a:lvl3pPr indent="-349250" lvl="2" marL="1371600" rtl="0" algn="l">
              <a:lnSpc>
                <a:spcPct val="100000"/>
              </a:lnSpc>
              <a:spcBef>
                <a:spcPts val="800"/>
              </a:spcBef>
              <a:spcAft>
                <a:spcPts val="0"/>
              </a:spcAft>
              <a:buClr>
                <a:schemeClr val="dk1"/>
              </a:buClr>
              <a:buSzPts val="1900"/>
              <a:buChar char="•"/>
              <a:defRPr/>
            </a:lvl3pPr>
            <a:lvl4pPr indent="-349250" lvl="3" marL="1828800" rtl="0" algn="l">
              <a:lnSpc>
                <a:spcPct val="100000"/>
              </a:lnSpc>
              <a:spcBef>
                <a:spcPts val="800"/>
              </a:spcBef>
              <a:spcAft>
                <a:spcPts val="0"/>
              </a:spcAft>
              <a:buClr>
                <a:schemeClr val="dk1"/>
              </a:buClr>
              <a:buSzPts val="1900"/>
              <a:buChar char="–"/>
              <a:defRPr/>
            </a:lvl4pPr>
            <a:lvl5pPr indent="-349250" lvl="4" marL="2286000" rtl="0" algn="l">
              <a:lnSpc>
                <a:spcPct val="100000"/>
              </a:lnSpc>
              <a:spcBef>
                <a:spcPts val="800"/>
              </a:spcBef>
              <a:spcAft>
                <a:spcPts val="0"/>
              </a:spcAft>
              <a:buClr>
                <a:schemeClr val="dk1"/>
              </a:buClr>
              <a:buSzPts val="1900"/>
              <a:buChar char="–"/>
              <a:defRPr/>
            </a:lvl5pPr>
            <a:lvl6pPr indent="-349250" lvl="5" marL="2743200" rtl="0" algn="l">
              <a:lnSpc>
                <a:spcPct val="100000"/>
              </a:lnSpc>
              <a:spcBef>
                <a:spcPts val="400"/>
              </a:spcBef>
              <a:spcAft>
                <a:spcPts val="0"/>
              </a:spcAft>
              <a:buClr>
                <a:schemeClr val="dk1"/>
              </a:buClr>
              <a:buSzPts val="1900"/>
              <a:buChar char="•"/>
              <a:defRPr/>
            </a:lvl6pPr>
            <a:lvl7pPr indent="-349250" lvl="6" marL="3200400" rtl="0" algn="l">
              <a:lnSpc>
                <a:spcPct val="100000"/>
              </a:lnSpc>
              <a:spcBef>
                <a:spcPts val="400"/>
              </a:spcBef>
              <a:spcAft>
                <a:spcPts val="0"/>
              </a:spcAft>
              <a:buClr>
                <a:schemeClr val="dk1"/>
              </a:buClr>
              <a:buSzPts val="1900"/>
              <a:buChar char="•"/>
              <a:defRPr/>
            </a:lvl7pPr>
            <a:lvl8pPr indent="-349250" lvl="7" marL="3657600" rtl="0" algn="l">
              <a:lnSpc>
                <a:spcPct val="100000"/>
              </a:lnSpc>
              <a:spcBef>
                <a:spcPts val="400"/>
              </a:spcBef>
              <a:spcAft>
                <a:spcPts val="0"/>
              </a:spcAft>
              <a:buClr>
                <a:schemeClr val="dk1"/>
              </a:buClr>
              <a:buSzPts val="1900"/>
              <a:buChar char="•"/>
              <a:defRPr/>
            </a:lvl8pPr>
            <a:lvl9pPr indent="-349250" lvl="8" marL="4114800" rtl="0" algn="l">
              <a:lnSpc>
                <a:spcPct val="100000"/>
              </a:lnSpc>
              <a:spcBef>
                <a:spcPts val="400"/>
              </a:spcBef>
              <a:spcAft>
                <a:spcPts val="0"/>
              </a:spcAft>
              <a:buClr>
                <a:schemeClr val="dk1"/>
              </a:buClr>
              <a:buSzPts val="1900"/>
              <a:buChar char="•"/>
              <a:defRPr/>
            </a:lvl9pPr>
          </a:lstStyle>
          <a:p/>
        </p:txBody>
      </p:sp>
      <p:sp>
        <p:nvSpPr>
          <p:cNvPr id="92" name="Google Shape;92;p16"/>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rgbClr val="000000"/>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93" name="Google Shape;93;p16"/>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94" name="Google Shape;94;p16"/>
          <p:cNvSpPr txBox="1"/>
          <p:nvPr>
            <p:ph type="title"/>
          </p:nvPr>
        </p:nvSpPr>
        <p:spPr>
          <a:xfrm>
            <a:off x="609600" y="79248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100"/>
              <a:buFont typeface="Arial"/>
              <a:buNone/>
              <a:defRPr sz="21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Agenda">
  <p:cSld name="1_2 Column Agenda">
    <p:spTree>
      <p:nvGrpSpPr>
        <p:cNvPr id="95" name="Shape 95"/>
        <p:cNvGrpSpPr/>
        <p:nvPr/>
      </p:nvGrpSpPr>
      <p:grpSpPr>
        <a:xfrm>
          <a:off x="0" y="0"/>
          <a:ext cx="0" cy="0"/>
          <a:chOff x="0" y="0"/>
          <a:chExt cx="0" cy="0"/>
        </a:xfrm>
      </p:grpSpPr>
      <p:sp>
        <p:nvSpPr>
          <p:cNvPr id="96" name="Google Shape;96;p17"/>
          <p:cNvSpPr txBox="1"/>
          <p:nvPr>
            <p:ph type="title"/>
          </p:nvPr>
        </p:nvSpPr>
        <p:spPr>
          <a:xfrm>
            <a:off x="609600" y="792480"/>
            <a:ext cx="9448800" cy="9144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3200"/>
              <a:buFont typeface="Arial"/>
              <a:buNone/>
              <a:defRPr b="1"/>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97" name="Google Shape;97;p17"/>
          <p:cNvSpPr txBox="1"/>
          <p:nvPr>
            <p:ph idx="1" type="body"/>
          </p:nvPr>
        </p:nvSpPr>
        <p:spPr>
          <a:xfrm>
            <a:off x="609600" y="1946107"/>
            <a:ext cx="9448800" cy="4023300"/>
          </a:xfrm>
          <a:prstGeom prst="rect">
            <a:avLst/>
          </a:prstGeom>
          <a:noFill/>
          <a:ln>
            <a:noFill/>
          </a:ln>
        </p:spPr>
        <p:txBody>
          <a:bodyPr anchorCtr="0" anchor="t" bIns="0" lIns="0" spcFirstLastPara="1" rIns="0" wrap="square" tIns="0">
            <a:noAutofit/>
          </a:bodyPr>
          <a:lstStyle>
            <a:lvl1pPr indent="-361950" lvl="0" marL="457200" rtl="0" algn="l">
              <a:lnSpc>
                <a:spcPct val="100000"/>
              </a:lnSpc>
              <a:spcBef>
                <a:spcPts val="1200"/>
              </a:spcBef>
              <a:spcAft>
                <a:spcPts val="0"/>
              </a:spcAft>
              <a:buClr>
                <a:schemeClr val="dk1"/>
              </a:buClr>
              <a:buSzPts val="2100"/>
              <a:buFont typeface="Arial"/>
              <a:buAutoNum type="arabicPeriod"/>
              <a:defRPr sz="2100"/>
            </a:lvl1pPr>
            <a:lvl2pPr indent="-228600" lvl="1" marL="914400" rtl="0" algn="l">
              <a:lnSpc>
                <a:spcPct val="100000"/>
              </a:lnSpc>
              <a:spcBef>
                <a:spcPts val="1200"/>
              </a:spcBef>
              <a:spcAft>
                <a:spcPts val="0"/>
              </a:spcAft>
              <a:buClr>
                <a:schemeClr val="dk1"/>
              </a:buClr>
              <a:buSzPts val="1900"/>
              <a:buFont typeface="Neue Haas Grotesk Text Std"/>
              <a:buNone/>
              <a:defRPr/>
            </a:lvl2pPr>
            <a:lvl3pPr indent="-349250" lvl="2" marL="1371600" rtl="0" algn="l">
              <a:lnSpc>
                <a:spcPct val="100000"/>
              </a:lnSpc>
              <a:spcBef>
                <a:spcPts val="800"/>
              </a:spcBef>
              <a:spcAft>
                <a:spcPts val="0"/>
              </a:spcAft>
              <a:buClr>
                <a:schemeClr val="dk1"/>
              </a:buClr>
              <a:buSzPts val="1900"/>
              <a:buChar char="•"/>
              <a:defRPr/>
            </a:lvl3pPr>
            <a:lvl4pPr indent="-349250" lvl="3" marL="1828800" rtl="0" algn="l">
              <a:lnSpc>
                <a:spcPct val="100000"/>
              </a:lnSpc>
              <a:spcBef>
                <a:spcPts val="800"/>
              </a:spcBef>
              <a:spcAft>
                <a:spcPts val="0"/>
              </a:spcAft>
              <a:buClr>
                <a:schemeClr val="dk1"/>
              </a:buClr>
              <a:buSzPts val="1900"/>
              <a:buChar char="–"/>
              <a:defRPr/>
            </a:lvl4pPr>
            <a:lvl5pPr indent="-349250" lvl="4" marL="2286000" rtl="0" algn="l">
              <a:lnSpc>
                <a:spcPct val="100000"/>
              </a:lnSpc>
              <a:spcBef>
                <a:spcPts val="800"/>
              </a:spcBef>
              <a:spcAft>
                <a:spcPts val="0"/>
              </a:spcAft>
              <a:buClr>
                <a:schemeClr val="dk1"/>
              </a:buClr>
              <a:buSzPts val="1900"/>
              <a:buChar char="–"/>
              <a:defRPr/>
            </a:lvl5pPr>
            <a:lvl6pPr indent="-349250" lvl="5" marL="2743200" rtl="0" algn="l">
              <a:lnSpc>
                <a:spcPct val="100000"/>
              </a:lnSpc>
              <a:spcBef>
                <a:spcPts val="800"/>
              </a:spcBef>
              <a:spcAft>
                <a:spcPts val="0"/>
              </a:spcAft>
              <a:buClr>
                <a:schemeClr val="dk1"/>
              </a:buClr>
              <a:buSzPts val="1900"/>
              <a:buChar char="–"/>
              <a:defRPr/>
            </a:lvl6pPr>
            <a:lvl7pPr indent="-349250" lvl="6" marL="3200400" rtl="0" algn="l">
              <a:lnSpc>
                <a:spcPct val="100000"/>
              </a:lnSpc>
              <a:spcBef>
                <a:spcPts val="800"/>
              </a:spcBef>
              <a:spcAft>
                <a:spcPts val="0"/>
              </a:spcAft>
              <a:buClr>
                <a:schemeClr val="dk1"/>
              </a:buClr>
              <a:buSzPts val="1900"/>
              <a:buChar char="–"/>
              <a:defRPr/>
            </a:lvl7pPr>
            <a:lvl8pPr indent="-349250" lvl="7" marL="3657600" rtl="0" algn="l">
              <a:lnSpc>
                <a:spcPct val="100000"/>
              </a:lnSpc>
              <a:spcBef>
                <a:spcPts val="800"/>
              </a:spcBef>
              <a:spcAft>
                <a:spcPts val="0"/>
              </a:spcAft>
              <a:buClr>
                <a:schemeClr val="dk1"/>
              </a:buClr>
              <a:buSzPts val="1900"/>
              <a:buChar char="–"/>
              <a:defRPr/>
            </a:lvl8pPr>
            <a:lvl9pPr indent="-330200" lvl="8" marL="4114800" rtl="0" algn="l">
              <a:lnSpc>
                <a:spcPct val="100000"/>
              </a:lnSpc>
              <a:spcBef>
                <a:spcPts val="800"/>
              </a:spcBef>
              <a:spcAft>
                <a:spcPts val="0"/>
              </a:spcAft>
              <a:buClr>
                <a:schemeClr val="dk1"/>
              </a:buClr>
              <a:buSzPts val="1600"/>
              <a:buChar char="–"/>
              <a:defRPr/>
            </a:lvl9pPr>
          </a:lstStyle>
          <a:p/>
        </p:txBody>
      </p:sp>
      <p:sp>
        <p:nvSpPr>
          <p:cNvPr id="98" name="Google Shape;98;p17"/>
          <p:cNvSpPr txBox="1"/>
          <p:nvPr>
            <p:ph idx="10" type="dt"/>
          </p:nvPr>
        </p:nvSpPr>
        <p:spPr>
          <a:xfrm>
            <a:off x="10058400" y="6266688"/>
            <a:ext cx="1219200" cy="30480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rgbClr val="000000"/>
                </a:solidFill>
                <a:latin typeface="Arial"/>
                <a:ea typeface="Arial"/>
                <a:cs typeface="Arial"/>
                <a:sym typeface="Arial"/>
              </a:defRPr>
            </a:lvl9pPr>
          </a:lstStyle>
          <a:p/>
        </p:txBody>
      </p:sp>
      <p:sp>
        <p:nvSpPr>
          <p:cNvPr id="99" name="Google Shape;99;p17"/>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00" name="Google Shape;100;p17"/>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2 No Overline">
  <p:cSld name="Complex Chart">
    <p:spTree>
      <p:nvGrpSpPr>
        <p:cNvPr id="101" name="Shape 101"/>
        <p:cNvGrpSpPr/>
        <p:nvPr/>
      </p:nvGrpSpPr>
      <p:grpSpPr>
        <a:xfrm>
          <a:off x="0" y="0"/>
          <a:ext cx="0" cy="0"/>
          <a:chOff x="0" y="0"/>
          <a:chExt cx="0" cy="0"/>
        </a:xfrm>
      </p:grpSpPr>
      <p:sp>
        <p:nvSpPr>
          <p:cNvPr id="102" name="Google Shape;102;p18"/>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03" name="Google Shape;103;p18"/>
          <p:cNvSpPr txBox="1"/>
          <p:nvPr>
            <p:ph type="title"/>
          </p:nvPr>
        </p:nvSpPr>
        <p:spPr>
          <a:xfrm>
            <a:off x="609600" y="33020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04" name="Google Shape;104;p18"/>
          <p:cNvSpPr txBox="1"/>
          <p:nvPr>
            <p:ph idx="1" type="body"/>
          </p:nvPr>
        </p:nvSpPr>
        <p:spPr>
          <a:xfrm>
            <a:off x="609600" y="787400"/>
            <a:ext cx="10972800" cy="51309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5" name="Shape 105"/>
        <p:cNvGrpSpPr/>
        <p:nvPr/>
      </p:nvGrpSpPr>
      <p:grpSpPr>
        <a:xfrm>
          <a:off x="0" y="0"/>
          <a:ext cx="0" cy="0"/>
          <a:chOff x="0" y="0"/>
          <a:chExt cx="0" cy="0"/>
        </a:xfrm>
      </p:grpSpPr>
      <p:sp>
        <p:nvSpPr>
          <p:cNvPr id="106" name="Google Shape;106;p19"/>
          <p:cNvSpPr txBox="1"/>
          <p:nvPr>
            <p:ph idx="12" type="sldNum"/>
          </p:nvPr>
        </p:nvSpPr>
        <p:spPr>
          <a:xfrm>
            <a:off x="11409045" y="6333135"/>
            <a:ext cx="731700" cy="5247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1_Title and Content_12">
    <p:spTree>
      <p:nvGrpSpPr>
        <p:cNvPr id="107" name="Shape 107"/>
        <p:cNvGrpSpPr/>
        <p:nvPr/>
      </p:nvGrpSpPr>
      <p:grpSpPr>
        <a:xfrm>
          <a:off x="0" y="0"/>
          <a:ext cx="0" cy="0"/>
          <a:chOff x="0" y="0"/>
          <a:chExt cx="0" cy="0"/>
        </a:xfrm>
      </p:grpSpPr>
      <p:sp>
        <p:nvSpPr>
          <p:cNvPr id="108" name="Google Shape;108;p20"/>
          <p:cNvSpPr txBox="1"/>
          <p:nvPr>
            <p:ph idx="1" type="body"/>
          </p:nvPr>
        </p:nvSpPr>
        <p:spPr>
          <a:xfrm>
            <a:off x="609600" y="1946107"/>
            <a:ext cx="9448800" cy="39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Font typeface="Verizon NHG TX"/>
              <a:buNone/>
              <a:defRPr/>
            </a:lvl1pPr>
            <a:lvl2pPr indent="-228600" lvl="1" marL="914400" rtl="0" algn="l">
              <a:lnSpc>
                <a:spcPct val="100000"/>
              </a:lnSpc>
              <a:spcBef>
                <a:spcPts val="1200"/>
              </a:spcBef>
              <a:spcAft>
                <a:spcPts val="0"/>
              </a:spcAft>
              <a:buClr>
                <a:schemeClr val="dk1"/>
              </a:buClr>
              <a:buSzPts val="2400"/>
              <a:buFont typeface="Verizon NHG TX"/>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09" name="Google Shape;109;p20"/>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chemeClr val="dk1"/>
              </a:buClr>
              <a:buSzPts val="900"/>
              <a:buFont typeface="Verizon NHG DS"/>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110" name="Google Shape;110;p20"/>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11" name="Google Shape;111;p20"/>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tatement and Chart 1 1">
  <p:cSld name="One Statement and Chart_1_1">
    <p:spTree>
      <p:nvGrpSpPr>
        <p:cNvPr id="112" name="Shape 112"/>
        <p:cNvGrpSpPr/>
        <p:nvPr/>
      </p:nvGrpSpPr>
      <p:grpSpPr>
        <a:xfrm>
          <a:off x="0" y="0"/>
          <a:ext cx="0" cy="0"/>
          <a:chOff x="0" y="0"/>
          <a:chExt cx="0" cy="0"/>
        </a:xfrm>
      </p:grpSpPr>
      <p:sp>
        <p:nvSpPr>
          <p:cNvPr id="113" name="Google Shape;113;p21"/>
          <p:cNvSpPr/>
          <p:nvPr>
            <p:ph idx="2" type="chart"/>
          </p:nvPr>
        </p:nvSpPr>
        <p:spPr>
          <a:xfrm>
            <a:off x="6096000" y="792480"/>
            <a:ext cx="5486400" cy="5125500"/>
          </a:xfrm>
          <a:prstGeom prst="rect">
            <a:avLst/>
          </a:prstGeom>
          <a:noFill/>
          <a:ln>
            <a:noFill/>
          </a:ln>
        </p:spPr>
        <p:txBody>
          <a:bodyPr anchorCtr="0" anchor="ctr" bIns="0" lIns="0" spcFirstLastPara="1" rIns="0" wrap="square" tIns="0">
            <a:noAutofit/>
          </a:bodyPr>
          <a:lstStyle>
            <a:lvl1pPr lvl="0" marR="0" rtl="0" algn="ctr">
              <a:lnSpc>
                <a:spcPct val="100000"/>
              </a:lnSpc>
              <a:spcBef>
                <a:spcPts val="1200"/>
              </a:spcBef>
              <a:spcAft>
                <a:spcPts val="0"/>
              </a:spcAft>
              <a:buClr>
                <a:schemeClr val="dk1"/>
              </a:buClr>
              <a:buSzPts val="1200"/>
              <a:buFont typeface="Verizon NHG TX"/>
              <a:buNone/>
              <a:defRPr b="0" i="0" sz="16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1200"/>
              </a:spcBef>
              <a:spcAft>
                <a:spcPts val="0"/>
              </a:spcAft>
              <a:buClr>
                <a:schemeClr val="dk1"/>
              </a:buClr>
              <a:buSzPts val="1200"/>
              <a:buFont typeface="Verizon NHG TX"/>
              <a:buNone/>
              <a:defRPr b="0" i="0" sz="1600" u="none" cap="none" strike="noStrike">
                <a:solidFill>
                  <a:schemeClr val="dk1"/>
                </a:solidFill>
                <a:latin typeface="Verizon NHG TX"/>
                <a:ea typeface="Verizon NHG TX"/>
                <a:cs typeface="Verizon NHG TX"/>
                <a:sym typeface="Verizon NHG TX"/>
              </a:defRPr>
            </a:lvl2pPr>
            <a:lvl3pPr lvl="2"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3pPr>
            <a:lvl4pPr lvl="3"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4pPr>
            <a:lvl5pPr lvl="4"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5pPr>
            <a:lvl6pPr lvl="5"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6pPr>
            <a:lvl7pPr lvl="6"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7pPr>
            <a:lvl8pPr lvl="7"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8pPr>
            <a:lvl9pPr lvl="8" marR="0" rtl="0" algn="l">
              <a:lnSpc>
                <a:spcPct val="100000"/>
              </a:lnSpc>
              <a:spcBef>
                <a:spcPts val="800"/>
              </a:spcBef>
              <a:spcAft>
                <a:spcPts val="0"/>
              </a:spcAft>
              <a:buClr>
                <a:schemeClr val="dk1"/>
              </a:buClr>
              <a:buSzPts val="1200"/>
              <a:buFont typeface="Arial"/>
              <a:buChar char="–"/>
              <a:defRPr b="0" i="0" sz="1600" u="none" cap="none" strike="noStrike">
                <a:solidFill>
                  <a:schemeClr val="dk1"/>
                </a:solidFill>
                <a:latin typeface="Verizon NHG TX"/>
                <a:ea typeface="Verizon NHG TX"/>
                <a:cs typeface="Verizon NHG TX"/>
                <a:sym typeface="Verizon NHG TX"/>
              </a:defRPr>
            </a:lvl9pPr>
          </a:lstStyle>
          <a:p/>
        </p:txBody>
      </p:sp>
      <p:sp>
        <p:nvSpPr>
          <p:cNvPr id="114" name="Google Shape;114;p21"/>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700"/>
              <a:buFont typeface="Verizon NHG DS"/>
              <a:buNone/>
              <a:defRPr b="1" i="0" sz="900" u="none" cap="none" strike="noStrike">
                <a:solidFill>
                  <a:srgbClr val="000000"/>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15" name="Google Shape;115;p21"/>
          <p:cNvSpPr txBox="1"/>
          <p:nvPr>
            <p:ph idx="1" type="body"/>
          </p:nvPr>
        </p:nvSpPr>
        <p:spPr>
          <a:xfrm>
            <a:off x="609600" y="1946107"/>
            <a:ext cx="5244000" cy="39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900"/>
              <a:buFont typeface="Verizon NHG TX"/>
              <a:buNone/>
              <a:defRPr/>
            </a:lvl1pPr>
            <a:lvl2pPr indent="-228600" lvl="1" marL="914400" rtl="0" algn="l">
              <a:lnSpc>
                <a:spcPct val="100000"/>
              </a:lnSpc>
              <a:spcBef>
                <a:spcPts val="1200"/>
              </a:spcBef>
              <a:spcAft>
                <a:spcPts val="0"/>
              </a:spcAft>
              <a:buClr>
                <a:schemeClr val="dk1"/>
              </a:buClr>
              <a:buSzPts val="1900"/>
              <a:buFont typeface="Verizon NHG TX"/>
              <a:buNone/>
              <a:defRPr/>
            </a:lvl2pPr>
            <a:lvl3pPr indent="-349250" lvl="2" marL="1371600" rtl="0" algn="l">
              <a:lnSpc>
                <a:spcPct val="100000"/>
              </a:lnSpc>
              <a:spcBef>
                <a:spcPts val="800"/>
              </a:spcBef>
              <a:spcAft>
                <a:spcPts val="0"/>
              </a:spcAft>
              <a:buClr>
                <a:schemeClr val="dk1"/>
              </a:buClr>
              <a:buSzPts val="1900"/>
              <a:buChar char="•"/>
              <a:defRPr/>
            </a:lvl3pPr>
            <a:lvl4pPr indent="-349250" lvl="3" marL="1828800" rtl="0" algn="l">
              <a:lnSpc>
                <a:spcPct val="100000"/>
              </a:lnSpc>
              <a:spcBef>
                <a:spcPts val="800"/>
              </a:spcBef>
              <a:spcAft>
                <a:spcPts val="0"/>
              </a:spcAft>
              <a:buClr>
                <a:schemeClr val="dk1"/>
              </a:buClr>
              <a:buSzPts val="1900"/>
              <a:buChar char="–"/>
              <a:defRPr/>
            </a:lvl4pPr>
            <a:lvl5pPr indent="-349250" lvl="4" marL="2286000" rtl="0" algn="l">
              <a:lnSpc>
                <a:spcPct val="100000"/>
              </a:lnSpc>
              <a:spcBef>
                <a:spcPts val="800"/>
              </a:spcBef>
              <a:spcAft>
                <a:spcPts val="0"/>
              </a:spcAft>
              <a:buClr>
                <a:schemeClr val="dk1"/>
              </a:buClr>
              <a:buSzPts val="1900"/>
              <a:buChar char="–"/>
              <a:defRPr/>
            </a:lvl5pPr>
            <a:lvl6pPr indent="-349250" lvl="5" marL="2743200" rtl="0" algn="l">
              <a:lnSpc>
                <a:spcPct val="100000"/>
              </a:lnSpc>
              <a:spcBef>
                <a:spcPts val="800"/>
              </a:spcBef>
              <a:spcAft>
                <a:spcPts val="0"/>
              </a:spcAft>
              <a:buClr>
                <a:schemeClr val="dk1"/>
              </a:buClr>
              <a:buSzPts val="1900"/>
              <a:buChar char="–"/>
              <a:defRPr/>
            </a:lvl6pPr>
            <a:lvl7pPr indent="-349250" lvl="6" marL="3200400" rtl="0" algn="l">
              <a:lnSpc>
                <a:spcPct val="100000"/>
              </a:lnSpc>
              <a:spcBef>
                <a:spcPts val="800"/>
              </a:spcBef>
              <a:spcAft>
                <a:spcPts val="0"/>
              </a:spcAft>
              <a:buClr>
                <a:schemeClr val="dk1"/>
              </a:buClr>
              <a:buSzPts val="1900"/>
              <a:buChar char="–"/>
              <a:defRPr/>
            </a:lvl7pPr>
            <a:lvl8pPr indent="-349250" lvl="7" marL="3657600" rtl="0" algn="l">
              <a:lnSpc>
                <a:spcPct val="100000"/>
              </a:lnSpc>
              <a:spcBef>
                <a:spcPts val="800"/>
              </a:spcBef>
              <a:spcAft>
                <a:spcPts val="0"/>
              </a:spcAft>
              <a:buClr>
                <a:schemeClr val="dk1"/>
              </a:buClr>
              <a:buSzPts val="1900"/>
              <a:buChar char="–"/>
              <a:defRPr/>
            </a:lvl8pPr>
            <a:lvl9pPr indent="-349250" lvl="8" marL="4114800" rtl="0" algn="l">
              <a:lnSpc>
                <a:spcPct val="100000"/>
              </a:lnSpc>
              <a:spcBef>
                <a:spcPts val="800"/>
              </a:spcBef>
              <a:spcAft>
                <a:spcPts val="0"/>
              </a:spcAft>
              <a:buClr>
                <a:schemeClr val="dk1"/>
              </a:buClr>
              <a:buSzPts val="1900"/>
              <a:buChar char="–"/>
              <a:defRPr/>
            </a:lvl9pPr>
          </a:lstStyle>
          <a:p/>
        </p:txBody>
      </p:sp>
      <p:cxnSp>
        <p:nvCxnSpPr>
          <p:cNvPr id="116" name="Google Shape;116;p21"/>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17" name="Google Shape;117;p21"/>
          <p:cNvSpPr txBox="1"/>
          <p:nvPr>
            <p:ph type="title"/>
          </p:nvPr>
        </p:nvSpPr>
        <p:spPr>
          <a:xfrm>
            <a:off x="609600" y="787400"/>
            <a:ext cx="52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1900"/>
              <a:buFont typeface="Verizon NHG DS"/>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2 1">
  <p:cSld name="Title and Content 2">
    <p:spTree>
      <p:nvGrpSpPr>
        <p:cNvPr id="118" name="Shape 118"/>
        <p:cNvGrpSpPr/>
        <p:nvPr/>
      </p:nvGrpSpPr>
      <p:grpSpPr>
        <a:xfrm>
          <a:off x="0" y="0"/>
          <a:ext cx="0" cy="0"/>
          <a:chOff x="0" y="0"/>
          <a:chExt cx="0" cy="0"/>
        </a:xfrm>
      </p:grpSpPr>
      <p:sp>
        <p:nvSpPr>
          <p:cNvPr id="119" name="Google Shape;119;p22"/>
          <p:cNvSpPr txBox="1"/>
          <p:nvPr>
            <p:ph idx="1" type="body"/>
          </p:nvPr>
        </p:nvSpPr>
        <p:spPr>
          <a:xfrm>
            <a:off x="609600" y="1946107"/>
            <a:ext cx="9448800" cy="3972000"/>
          </a:xfrm>
          <a:prstGeom prst="rect">
            <a:avLst/>
          </a:prstGeom>
          <a:noFill/>
          <a:ln>
            <a:noFill/>
          </a:ln>
        </p:spPr>
        <p:txBody>
          <a:bodyPr anchorCtr="0" anchor="t" bIns="0" lIns="0" spcFirstLastPara="1" rIns="0" wrap="square" tIns="0">
            <a:noAutofit/>
          </a:bodyPr>
          <a:lstStyle>
            <a:lvl1pPr indent="-228600" lvl="0" marL="457200" rtl="0" algn="l">
              <a:lnSpc>
                <a:spcPct val="100000"/>
              </a:lnSpc>
              <a:spcBef>
                <a:spcPts val="1200"/>
              </a:spcBef>
              <a:spcAft>
                <a:spcPts val="0"/>
              </a:spcAft>
              <a:buClr>
                <a:schemeClr val="dk1"/>
              </a:buClr>
              <a:buSzPts val="2400"/>
              <a:buFont typeface="Verizon NHG TX"/>
              <a:buNone/>
              <a:defRPr/>
            </a:lvl1pPr>
            <a:lvl2pPr indent="-228600" lvl="1" marL="914400" rtl="0" algn="l">
              <a:lnSpc>
                <a:spcPct val="100000"/>
              </a:lnSpc>
              <a:spcBef>
                <a:spcPts val="1200"/>
              </a:spcBef>
              <a:spcAft>
                <a:spcPts val="0"/>
              </a:spcAft>
              <a:buClr>
                <a:schemeClr val="dk1"/>
              </a:buClr>
              <a:buSzPts val="2400"/>
              <a:buFont typeface="Verizon NHG TX"/>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20" name="Google Shape;120;p22"/>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cxnSp>
        <p:nvCxnSpPr>
          <p:cNvPr id="121" name="Google Shape;121;p22"/>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22" name="Google Shape;122;p22"/>
          <p:cNvSpPr txBox="1"/>
          <p:nvPr>
            <p:ph type="title"/>
          </p:nvPr>
        </p:nvSpPr>
        <p:spPr>
          <a:xfrm>
            <a:off x="609600" y="787400"/>
            <a:ext cx="9448800" cy="9144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2400"/>
              <a:buFont typeface="Verizon NHG DS"/>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5 Section Header">
  <p:cSld name="Section Header">
    <p:bg>
      <p:bgPr>
        <a:solidFill>
          <a:schemeClr val="dk1"/>
        </a:solidFill>
      </p:bgPr>
    </p:bg>
    <p:spTree>
      <p:nvGrpSpPr>
        <p:cNvPr id="123" name="Shape 123"/>
        <p:cNvGrpSpPr/>
        <p:nvPr/>
      </p:nvGrpSpPr>
      <p:grpSpPr>
        <a:xfrm>
          <a:off x="0" y="0"/>
          <a:ext cx="0" cy="0"/>
          <a:chOff x="0" y="0"/>
          <a:chExt cx="0" cy="0"/>
        </a:xfrm>
      </p:grpSpPr>
      <p:sp>
        <p:nvSpPr>
          <p:cNvPr id="124" name="Google Shape;124;p23"/>
          <p:cNvSpPr txBox="1"/>
          <p:nvPr>
            <p:ph type="title"/>
          </p:nvPr>
        </p:nvSpPr>
        <p:spPr>
          <a:xfrm>
            <a:off x="609600" y="792479"/>
            <a:ext cx="9448800" cy="1884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lt1"/>
              </a:buClr>
              <a:buSzPts val="5300"/>
              <a:buFont typeface="Verizon NHG DS"/>
              <a:buNone/>
              <a:defRPr b="1" sz="5300" cap="none">
                <a:solidFill>
                  <a:schemeClr val="lt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25" name="Google Shape;125;p23"/>
          <p:cNvSpPr txBox="1"/>
          <p:nvPr>
            <p:ph idx="1" type="body"/>
          </p:nvPr>
        </p:nvSpPr>
        <p:spPr>
          <a:xfrm>
            <a:off x="609600" y="2743200"/>
            <a:ext cx="9448800" cy="31749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1pPr>
            <a:lvl2pPr indent="-228600" lvl="1" marL="914400" rtl="0" algn="l">
              <a:lnSpc>
                <a:spcPct val="100000"/>
              </a:lnSpc>
              <a:spcBef>
                <a:spcPts val="1200"/>
              </a:spcBef>
              <a:spcAft>
                <a:spcPts val="0"/>
              </a:spcAft>
              <a:buClr>
                <a:schemeClr val="lt1"/>
              </a:buClr>
              <a:buSzPts val="2400"/>
              <a:buFont typeface="Verizon NHG TX"/>
              <a:buNone/>
              <a:defRPr b="0" i="0" sz="2400">
                <a:solidFill>
                  <a:schemeClr val="lt1"/>
                </a:solidFill>
                <a:latin typeface="Verizon NHG TX"/>
                <a:ea typeface="Verizon NHG TX"/>
                <a:cs typeface="Verizon NHG TX"/>
                <a:sym typeface="Verizon NHG TX"/>
              </a:defRPr>
            </a:lvl2pPr>
            <a:lvl3pPr indent="-381000" lvl="2" marL="1371600" rtl="0" algn="l">
              <a:lnSpc>
                <a:spcPct val="100000"/>
              </a:lnSpc>
              <a:spcBef>
                <a:spcPts val="800"/>
              </a:spcBef>
              <a:spcAft>
                <a:spcPts val="0"/>
              </a:spcAft>
              <a:buClr>
                <a:schemeClr val="lt1"/>
              </a:buClr>
              <a:buSzPts val="2400"/>
              <a:buChar char="•"/>
              <a:defRPr b="0" i="0" sz="2400">
                <a:solidFill>
                  <a:schemeClr val="lt1"/>
                </a:solidFill>
                <a:latin typeface="Verizon NHG TX"/>
                <a:ea typeface="Verizon NHG TX"/>
                <a:cs typeface="Verizon NHG TX"/>
                <a:sym typeface="Verizon NHG TX"/>
              </a:defRPr>
            </a:lvl3pPr>
            <a:lvl4pPr indent="-381000" lvl="3" marL="1828800" rtl="0" algn="l">
              <a:lnSpc>
                <a:spcPct val="100000"/>
              </a:lnSpc>
              <a:spcBef>
                <a:spcPts val="800"/>
              </a:spcBef>
              <a:spcAft>
                <a:spcPts val="0"/>
              </a:spcAft>
              <a:buClr>
                <a:schemeClr val="lt1"/>
              </a:buClr>
              <a:buSzPts val="2400"/>
              <a:buChar char="–"/>
              <a:defRPr b="0" i="0" sz="2400">
                <a:solidFill>
                  <a:schemeClr val="lt1"/>
                </a:solidFill>
                <a:latin typeface="Verizon NHG TX"/>
                <a:ea typeface="Verizon NHG TX"/>
                <a:cs typeface="Verizon NHG TX"/>
                <a:sym typeface="Verizon NHG TX"/>
              </a:defRPr>
            </a:lvl4pPr>
            <a:lvl5pPr indent="-381000" lvl="4" marL="2286000" rtl="0" algn="l">
              <a:lnSpc>
                <a:spcPct val="100000"/>
              </a:lnSpc>
              <a:spcBef>
                <a:spcPts val="800"/>
              </a:spcBef>
              <a:spcAft>
                <a:spcPts val="0"/>
              </a:spcAft>
              <a:buClr>
                <a:schemeClr val="lt1"/>
              </a:buClr>
              <a:buSzPts val="2400"/>
              <a:buChar char="–"/>
              <a:defRPr b="0" i="0" sz="2400">
                <a:solidFill>
                  <a:schemeClr val="lt1"/>
                </a:solidFill>
                <a:latin typeface="Verizon NHG TX"/>
                <a:ea typeface="Verizon NHG TX"/>
                <a:cs typeface="Verizon NHG TX"/>
                <a:sym typeface="Verizon NHG TX"/>
              </a:defRPr>
            </a:lvl5pPr>
            <a:lvl6pPr indent="-381000" lvl="5" marL="2743200" rtl="0" algn="l">
              <a:lnSpc>
                <a:spcPct val="100000"/>
              </a:lnSpc>
              <a:spcBef>
                <a:spcPts val="800"/>
              </a:spcBef>
              <a:spcAft>
                <a:spcPts val="0"/>
              </a:spcAft>
              <a:buClr>
                <a:schemeClr val="dk1"/>
              </a:buClr>
              <a:buSzPts val="2400"/>
              <a:buChar char="–"/>
              <a:defRPr sz="2400"/>
            </a:lvl6pPr>
            <a:lvl7pPr indent="-381000" lvl="6" marL="3200400" rtl="0" algn="l">
              <a:lnSpc>
                <a:spcPct val="100000"/>
              </a:lnSpc>
              <a:spcBef>
                <a:spcPts val="800"/>
              </a:spcBef>
              <a:spcAft>
                <a:spcPts val="0"/>
              </a:spcAft>
              <a:buClr>
                <a:schemeClr val="dk1"/>
              </a:buClr>
              <a:buSzPts val="2400"/>
              <a:buChar char="–"/>
              <a:defRPr sz="2400"/>
            </a:lvl7pPr>
            <a:lvl8pPr indent="-381000" lvl="7" marL="3657600" rtl="0" algn="l">
              <a:lnSpc>
                <a:spcPct val="100000"/>
              </a:lnSpc>
              <a:spcBef>
                <a:spcPts val="800"/>
              </a:spcBef>
              <a:spcAft>
                <a:spcPts val="0"/>
              </a:spcAft>
              <a:buClr>
                <a:schemeClr val="dk1"/>
              </a:buClr>
              <a:buSzPts val="2400"/>
              <a:buChar char="–"/>
              <a:defRPr sz="2400"/>
            </a:lvl8pPr>
            <a:lvl9pPr indent="-381000" lvl="8" marL="4114800" rtl="0" algn="l">
              <a:lnSpc>
                <a:spcPct val="100000"/>
              </a:lnSpc>
              <a:spcBef>
                <a:spcPts val="800"/>
              </a:spcBef>
              <a:spcAft>
                <a:spcPts val="0"/>
              </a:spcAft>
              <a:buClr>
                <a:schemeClr val="dk1"/>
              </a:buClr>
              <a:buSzPts val="2400"/>
              <a:buChar char="–"/>
              <a:defRPr sz="2400"/>
            </a:lvl9pPr>
          </a:lstStyle>
          <a:p/>
        </p:txBody>
      </p:sp>
      <p:cxnSp>
        <p:nvCxnSpPr>
          <p:cNvPr id="126" name="Google Shape;126;p23"/>
          <p:cNvCxnSpPr/>
          <p:nvPr/>
        </p:nvCxnSpPr>
        <p:spPr>
          <a:xfrm>
            <a:off x="609600" y="609600"/>
            <a:ext cx="10972800" cy="0"/>
          </a:xfrm>
          <a:prstGeom prst="straightConnector1">
            <a:avLst/>
          </a:prstGeom>
          <a:noFill/>
          <a:ln cap="flat" cmpd="sng" w="47625">
            <a:solidFill>
              <a:schemeClr val="lt1"/>
            </a:solidFill>
            <a:prstDash val="solid"/>
            <a:round/>
            <a:headEnd len="sm" w="sm" type="none"/>
            <a:tailEnd len="sm" w="sm" type="none"/>
          </a:ln>
        </p:spPr>
      </p:cxnSp>
      <p:sp>
        <p:nvSpPr>
          <p:cNvPr id="127" name="Google Shape;127;p23"/>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28" name="Google Shape;128;p23"/>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9 Title and 2 Column Content">
  <p:cSld name="Title and 2 Column Content">
    <p:spTree>
      <p:nvGrpSpPr>
        <p:cNvPr id="129" name="Shape 129"/>
        <p:cNvGrpSpPr/>
        <p:nvPr/>
      </p:nvGrpSpPr>
      <p:grpSpPr>
        <a:xfrm>
          <a:off x="0" y="0"/>
          <a:ext cx="0" cy="0"/>
          <a:chOff x="0" y="0"/>
          <a:chExt cx="0" cy="0"/>
        </a:xfrm>
      </p:grpSpPr>
      <p:sp>
        <p:nvSpPr>
          <p:cNvPr id="130" name="Google Shape;130;p24"/>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131" name="Google Shape;131;p24"/>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32" name="Google Shape;132;p24"/>
          <p:cNvSpPr txBox="1"/>
          <p:nvPr>
            <p:ph idx="1" type="body"/>
          </p:nvPr>
        </p:nvSpPr>
        <p:spPr>
          <a:xfrm>
            <a:off x="609601" y="1803400"/>
            <a:ext cx="5357100" cy="41148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33" name="Google Shape;133;p24"/>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34" name="Google Shape;134;p24"/>
          <p:cNvSpPr txBox="1"/>
          <p:nvPr>
            <p:ph idx="2" type="body"/>
          </p:nvPr>
        </p:nvSpPr>
        <p:spPr>
          <a:xfrm>
            <a:off x="6225309" y="1803400"/>
            <a:ext cx="5357100" cy="41148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Statement and Chart">
  <p:cSld name="One Statement and Chart">
    <p:spTree>
      <p:nvGrpSpPr>
        <p:cNvPr id="135" name="Shape 135"/>
        <p:cNvGrpSpPr/>
        <p:nvPr/>
      </p:nvGrpSpPr>
      <p:grpSpPr>
        <a:xfrm>
          <a:off x="0" y="0"/>
          <a:ext cx="0" cy="0"/>
          <a:chOff x="0" y="0"/>
          <a:chExt cx="0" cy="0"/>
        </a:xfrm>
      </p:grpSpPr>
      <p:sp>
        <p:nvSpPr>
          <p:cNvPr id="136" name="Google Shape;136;p25"/>
          <p:cNvSpPr/>
          <p:nvPr>
            <p:ph idx="2" type="chart"/>
          </p:nvPr>
        </p:nvSpPr>
        <p:spPr>
          <a:xfrm>
            <a:off x="6096000" y="792480"/>
            <a:ext cx="5486400" cy="5125500"/>
          </a:xfrm>
          <a:prstGeom prst="rect">
            <a:avLst/>
          </a:prstGeom>
          <a:noFill/>
          <a:ln>
            <a:noFill/>
          </a:ln>
        </p:spPr>
        <p:txBody>
          <a:bodyPr anchorCtr="0" anchor="ctr" bIns="0" lIns="0" spcFirstLastPara="1" rIns="0" wrap="square" tIns="0">
            <a:noAutofit/>
          </a:bodyPr>
          <a:lstStyle>
            <a:lvl1pPr lvl="0" marR="0" rtl="0" algn="ctr">
              <a:lnSpc>
                <a:spcPct val="100000"/>
              </a:lnSpc>
              <a:spcBef>
                <a:spcPts val="1200"/>
              </a:spcBef>
              <a:spcAft>
                <a:spcPts val="0"/>
              </a:spcAft>
              <a:buClr>
                <a:schemeClr val="dk1"/>
              </a:buClr>
              <a:buSzPts val="1600"/>
              <a:buFont typeface="Verizon NHG TX"/>
              <a:buNone/>
              <a:defRPr b="0" i="0" sz="1600" u="none" cap="none" strike="noStrike">
                <a:solidFill>
                  <a:schemeClr val="dk1"/>
                </a:solidFill>
                <a:latin typeface="Verizon NHG TX"/>
                <a:ea typeface="Verizon NHG TX"/>
                <a:cs typeface="Verizon NHG TX"/>
                <a:sym typeface="Verizon NHG TX"/>
              </a:defRPr>
            </a:lvl1pPr>
            <a:lvl2pPr lvl="1" marR="0" rtl="0" algn="l">
              <a:lnSpc>
                <a:spcPct val="100000"/>
              </a:lnSpc>
              <a:spcBef>
                <a:spcPts val="1200"/>
              </a:spcBef>
              <a:spcAft>
                <a:spcPts val="0"/>
              </a:spcAft>
              <a:buClr>
                <a:schemeClr val="dk1"/>
              </a:buClr>
              <a:buSzPts val="1600"/>
              <a:buFont typeface="Verizon NHG TX"/>
              <a:buNone/>
              <a:defRPr b="0" i="0" sz="1600" u="none" cap="none" strike="noStrike">
                <a:solidFill>
                  <a:schemeClr val="dk1"/>
                </a:solidFill>
                <a:latin typeface="Verizon NHG TX"/>
                <a:ea typeface="Verizon NHG TX"/>
                <a:cs typeface="Verizon NHG TX"/>
                <a:sym typeface="Verizon NHG TX"/>
              </a:defRPr>
            </a:lvl2pPr>
            <a:lvl3pPr lvl="2"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3pPr>
            <a:lvl4pPr lvl="3"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4pPr>
            <a:lvl5pPr lvl="4"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5pPr>
            <a:lvl6pPr lvl="5"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6pPr>
            <a:lvl7pPr lvl="6"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7pPr>
            <a:lvl8pPr lvl="7"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8pPr>
            <a:lvl9pPr lvl="8"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9pPr>
          </a:lstStyle>
          <a:p/>
        </p:txBody>
      </p:sp>
      <p:sp>
        <p:nvSpPr>
          <p:cNvPr id="137" name="Google Shape;137;p25"/>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25"/>
          <p:cNvSpPr txBox="1"/>
          <p:nvPr>
            <p:ph idx="1" type="body"/>
          </p:nvPr>
        </p:nvSpPr>
        <p:spPr>
          <a:xfrm>
            <a:off x="609600" y="1946107"/>
            <a:ext cx="5244000" cy="39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cxnSp>
        <p:nvCxnSpPr>
          <p:cNvPr id="139" name="Google Shape;139;p25"/>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40" name="Google Shape;140;p25"/>
          <p:cNvSpPr txBox="1"/>
          <p:nvPr>
            <p:ph type="title"/>
          </p:nvPr>
        </p:nvSpPr>
        <p:spPr>
          <a:xfrm>
            <a:off x="609600" y="787400"/>
            <a:ext cx="52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1 1 1">
  <p:cSld name="1_Title and Content_11">
    <p:spTree>
      <p:nvGrpSpPr>
        <p:cNvPr id="141" name="Shape 141"/>
        <p:cNvGrpSpPr/>
        <p:nvPr/>
      </p:nvGrpSpPr>
      <p:grpSpPr>
        <a:xfrm>
          <a:off x="0" y="0"/>
          <a:ext cx="0" cy="0"/>
          <a:chOff x="0" y="0"/>
          <a:chExt cx="0" cy="0"/>
        </a:xfrm>
      </p:grpSpPr>
      <p:cxnSp>
        <p:nvCxnSpPr>
          <p:cNvPr id="142" name="Google Shape;142;p26"/>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43" name="Google Shape;143;p26"/>
          <p:cNvSpPr txBox="1"/>
          <p:nvPr>
            <p:ph type="title"/>
          </p:nvPr>
        </p:nvSpPr>
        <p:spPr>
          <a:xfrm>
            <a:off x="609600" y="787400"/>
            <a:ext cx="10972800" cy="393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44" name="Google Shape;144;p26"/>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Verizon NHG TX"/>
                <a:ea typeface="Verizon NHG TX"/>
                <a:cs typeface="Verizon NHG TX"/>
                <a:sym typeface="Verizon NHG TX"/>
              </a:rPr>
              <a:t>‹#›</a:t>
            </a:fld>
            <a:endParaRPr b="1" i="0" sz="900" u="none" cap="none" strike="noStrike">
              <a:solidFill>
                <a:srgbClr val="000000"/>
              </a:solidFill>
              <a:latin typeface="Verizon NHG TX"/>
              <a:ea typeface="Verizon NHG TX"/>
              <a:cs typeface="Verizon NHG TX"/>
              <a:sym typeface="Verizon NHG TX"/>
            </a:endParaRPr>
          </a:p>
        </p:txBody>
      </p:sp>
      <p:sp>
        <p:nvSpPr>
          <p:cNvPr id="145" name="Google Shape;145;p26"/>
          <p:cNvSpPr txBox="1"/>
          <p:nvPr>
            <p:ph idx="12" type="sldNum"/>
          </p:nvPr>
        </p:nvSpPr>
        <p:spPr>
          <a:xfrm>
            <a:off x="11409045" y="6333135"/>
            <a:ext cx="731700" cy="5247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1 Cover">
  <p:cSld name="Cover slide - wht">
    <p:spTree>
      <p:nvGrpSpPr>
        <p:cNvPr id="146" name="Shape 146"/>
        <p:cNvGrpSpPr/>
        <p:nvPr/>
      </p:nvGrpSpPr>
      <p:grpSpPr>
        <a:xfrm>
          <a:off x="0" y="0"/>
          <a:ext cx="0" cy="0"/>
          <a:chOff x="0" y="0"/>
          <a:chExt cx="0" cy="0"/>
        </a:xfrm>
      </p:grpSpPr>
      <p:sp>
        <p:nvSpPr>
          <p:cNvPr id="147" name="Google Shape;147;p27"/>
          <p:cNvSpPr txBox="1"/>
          <p:nvPr>
            <p:ph type="ctrTitle"/>
          </p:nvPr>
        </p:nvSpPr>
        <p:spPr>
          <a:xfrm>
            <a:off x="609600" y="617431"/>
            <a:ext cx="8362500" cy="23163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8000"/>
              <a:buFont typeface="Verizon NHG DS"/>
              <a:buNone/>
              <a:defRPr b="1" i="0" sz="8000">
                <a:latin typeface="Verizon NHG DS"/>
                <a:ea typeface="Verizon NHG DS"/>
                <a:cs typeface="Verizon NHG DS"/>
                <a:sym typeface="Verizon NHG DS"/>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48" name="Google Shape;148;p27"/>
          <p:cNvSpPr txBox="1"/>
          <p:nvPr>
            <p:ph idx="1" type="subTitle"/>
          </p:nvPr>
        </p:nvSpPr>
        <p:spPr>
          <a:xfrm>
            <a:off x="609600" y="3055831"/>
            <a:ext cx="5486400" cy="1828800"/>
          </a:xfrm>
          <a:prstGeom prst="rect">
            <a:avLst/>
          </a:prstGeom>
          <a:noFill/>
          <a:ln>
            <a:noFill/>
          </a:ln>
        </p:spPr>
        <p:txBody>
          <a:bodyPr anchorCtr="0" anchor="t" bIns="0" lIns="0" spcFirstLastPara="1" rIns="0" wrap="square" tIns="0">
            <a:noAutofit/>
          </a:bodyPr>
          <a:lstStyle>
            <a:lvl1pPr lvl="0" rtl="0" algn="l">
              <a:lnSpc>
                <a:spcPct val="80000"/>
              </a:lnSpc>
              <a:spcBef>
                <a:spcPts val="1200"/>
              </a:spcBef>
              <a:spcAft>
                <a:spcPts val="0"/>
              </a:spcAft>
              <a:buClr>
                <a:schemeClr val="dk1"/>
              </a:buClr>
              <a:buSzPts val="3200"/>
              <a:buFont typeface="Verizon NHG TX"/>
              <a:buNone/>
              <a:defRPr b="0" i="0" sz="3200">
                <a:solidFill>
                  <a:schemeClr val="dk1"/>
                </a:solidFill>
                <a:latin typeface="Verizon NHG TX"/>
                <a:ea typeface="Verizon NHG TX"/>
                <a:cs typeface="Verizon NHG TX"/>
                <a:sym typeface="Verizon NHG TX"/>
              </a:defRPr>
            </a:lvl1pPr>
            <a:lvl2pPr lvl="1" rtl="0" algn="l">
              <a:lnSpc>
                <a:spcPct val="80000"/>
              </a:lnSpc>
              <a:spcBef>
                <a:spcPts val="1200"/>
              </a:spcBef>
              <a:spcAft>
                <a:spcPts val="0"/>
              </a:spcAft>
              <a:buClr>
                <a:schemeClr val="dk1"/>
              </a:buClr>
              <a:buSzPts val="2700"/>
              <a:buFont typeface="Verizon NHG TX"/>
              <a:buNone/>
              <a:defRPr b="1" sz="2700">
                <a:solidFill>
                  <a:schemeClr val="dk1"/>
                </a:solidFill>
              </a:defRPr>
            </a:lvl2pPr>
            <a:lvl3pPr lvl="2" rtl="0" algn="l">
              <a:lnSpc>
                <a:spcPct val="80000"/>
              </a:lnSpc>
              <a:spcBef>
                <a:spcPts val="1200"/>
              </a:spcBef>
              <a:spcAft>
                <a:spcPts val="0"/>
              </a:spcAft>
              <a:buClr>
                <a:schemeClr val="dk1"/>
              </a:buClr>
              <a:buSzPts val="2700"/>
              <a:buNone/>
              <a:defRPr b="1" sz="2700">
                <a:solidFill>
                  <a:schemeClr val="dk1"/>
                </a:solidFill>
              </a:defRPr>
            </a:lvl3pPr>
            <a:lvl4pPr lvl="3" rtl="0" algn="l">
              <a:lnSpc>
                <a:spcPct val="80000"/>
              </a:lnSpc>
              <a:spcBef>
                <a:spcPts val="1200"/>
              </a:spcBef>
              <a:spcAft>
                <a:spcPts val="0"/>
              </a:spcAft>
              <a:buClr>
                <a:schemeClr val="dk1"/>
              </a:buClr>
              <a:buSzPts val="2700"/>
              <a:buNone/>
              <a:defRPr b="1" sz="2700">
                <a:solidFill>
                  <a:schemeClr val="dk1"/>
                </a:solidFill>
              </a:defRPr>
            </a:lvl4pPr>
            <a:lvl5pPr lvl="4" rtl="0" algn="l">
              <a:lnSpc>
                <a:spcPct val="80000"/>
              </a:lnSpc>
              <a:spcBef>
                <a:spcPts val="1200"/>
              </a:spcBef>
              <a:spcAft>
                <a:spcPts val="0"/>
              </a:spcAft>
              <a:buClr>
                <a:schemeClr val="dk1"/>
              </a:buClr>
              <a:buSzPts val="2700"/>
              <a:buNone/>
              <a:defRPr b="1" sz="2700">
                <a:solidFill>
                  <a:schemeClr val="dk1"/>
                </a:solidFill>
              </a:defRPr>
            </a:lvl5pPr>
            <a:lvl6pPr lvl="5" rtl="0" algn="l">
              <a:lnSpc>
                <a:spcPct val="80000"/>
              </a:lnSpc>
              <a:spcBef>
                <a:spcPts val="1200"/>
              </a:spcBef>
              <a:spcAft>
                <a:spcPts val="0"/>
              </a:spcAft>
              <a:buClr>
                <a:schemeClr val="dk1"/>
              </a:buClr>
              <a:buSzPts val="2700"/>
              <a:buNone/>
              <a:defRPr b="1" sz="2700">
                <a:solidFill>
                  <a:schemeClr val="dk1"/>
                </a:solidFill>
              </a:defRPr>
            </a:lvl6pPr>
            <a:lvl7pPr lvl="6" rtl="0" algn="l">
              <a:lnSpc>
                <a:spcPct val="80000"/>
              </a:lnSpc>
              <a:spcBef>
                <a:spcPts val="1200"/>
              </a:spcBef>
              <a:spcAft>
                <a:spcPts val="0"/>
              </a:spcAft>
              <a:buClr>
                <a:schemeClr val="dk1"/>
              </a:buClr>
              <a:buSzPts val="2700"/>
              <a:buNone/>
              <a:defRPr b="1" sz="2700">
                <a:solidFill>
                  <a:schemeClr val="dk1"/>
                </a:solidFill>
              </a:defRPr>
            </a:lvl7pPr>
            <a:lvl8pPr lvl="7" rtl="0" algn="l">
              <a:lnSpc>
                <a:spcPct val="80000"/>
              </a:lnSpc>
              <a:spcBef>
                <a:spcPts val="1200"/>
              </a:spcBef>
              <a:spcAft>
                <a:spcPts val="0"/>
              </a:spcAft>
              <a:buClr>
                <a:schemeClr val="dk1"/>
              </a:buClr>
              <a:buSzPts val="2700"/>
              <a:buNone/>
              <a:defRPr b="1" sz="2700">
                <a:solidFill>
                  <a:schemeClr val="dk1"/>
                </a:solidFill>
              </a:defRPr>
            </a:lvl8pPr>
            <a:lvl9pPr lvl="8" rtl="0" algn="l">
              <a:lnSpc>
                <a:spcPct val="80000"/>
              </a:lnSpc>
              <a:spcBef>
                <a:spcPts val="1200"/>
              </a:spcBef>
              <a:spcAft>
                <a:spcPts val="0"/>
              </a:spcAft>
              <a:buClr>
                <a:schemeClr val="dk1"/>
              </a:buClr>
              <a:buSzPts val="2700"/>
              <a:buNone/>
              <a:defRPr b="1" sz="2700">
                <a:solidFill>
                  <a:schemeClr val="dk1"/>
                </a:solidFill>
              </a:defRPr>
            </a:lvl9pPr>
          </a:lstStyle>
          <a:p/>
        </p:txBody>
      </p:sp>
      <p:sp>
        <p:nvSpPr>
          <p:cNvPr id="149" name="Google Shape;149;p27"/>
          <p:cNvSpPr/>
          <p:nvPr/>
        </p:nvSpPr>
        <p:spPr>
          <a:xfrm>
            <a:off x="58908" y="6096424"/>
            <a:ext cx="11350800" cy="761700"/>
          </a:xfrm>
          <a:prstGeom prst="rect">
            <a:avLst/>
          </a:prstGeom>
          <a:solidFill>
            <a:schemeClr val="lt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pic>
        <p:nvPicPr>
          <p:cNvPr id="150" name="Google Shape;150;p27"/>
          <p:cNvPicPr preferRelativeResize="0"/>
          <p:nvPr/>
        </p:nvPicPr>
        <p:blipFill rotWithShape="1">
          <a:blip r:embed="rId2">
            <a:alphaModFix/>
          </a:blip>
          <a:srcRect b="0" l="0" r="0" t="0"/>
          <a:stretch/>
        </p:blipFill>
        <p:spPr>
          <a:xfrm>
            <a:off x="9653516" y="4141583"/>
            <a:ext cx="2641571" cy="2850619"/>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2 Cover - Reverse">
  <p:cSld name="Cover slide - wht_1">
    <p:bg>
      <p:bgPr>
        <a:solidFill>
          <a:schemeClr val="dk1"/>
        </a:solidFill>
      </p:bgPr>
    </p:bg>
    <p:spTree>
      <p:nvGrpSpPr>
        <p:cNvPr id="151" name="Shape 151"/>
        <p:cNvGrpSpPr/>
        <p:nvPr/>
      </p:nvGrpSpPr>
      <p:grpSpPr>
        <a:xfrm>
          <a:off x="0" y="0"/>
          <a:ext cx="0" cy="0"/>
          <a:chOff x="0" y="0"/>
          <a:chExt cx="0" cy="0"/>
        </a:xfrm>
      </p:grpSpPr>
      <p:sp>
        <p:nvSpPr>
          <p:cNvPr id="152" name="Google Shape;152;p28"/>
          <p:cNvSpPr txBox="1"/>
          <p:nvPr>
            <p:ph type="ctrTitle"/>
          </p:nvPr>
        </p:nvSpPr>
        <p:spPr>
          <a:xfrm>
            <a:off x="609600" y="617431"/>
            <a:ext cx="8362500" cy="23163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lt1"/>
              </a:buClr>
              <a:buSzPts val="8000"/>
              <a:buFont typeface="Verizon NHG DS"/>
              <a:buNone/>
              <a:defRPr b="1" i="0" sz="8000">
                <a:solidFill>
                  <a:schemeClr val="lt1"/>
                </a:solidFill>
                <a:latin typeface="Verizon NHG DS"/>
                <a:ea typeface="Verizon NHG DS"/>
                <a:cs typeface="Verizon NHG DS"/>
                <a:sym typeface="Verizon NHG DS"/>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53" name="Google Shape;153;p28"/>
          <p:cNvSpPr txBox="1"/>
          <p:nvPr>
            <p:ph idx="1" type="subTitle"/>
          </p:nvPr>
        </p:nvSpPr>
        <p:spPr>
          <a:xfrm>
            <a:off x="609600" y="3055831"/>
            <a:ext cx="5486400" cy="1828800"/>
          </a:xfrm>
          <a:prstGeom prst="rect">
            <a:avLst/>
          </a:prstGeom>
          <a:noFill/>
          <a:ln>
            <a:noFill/>
          </a:ln>
        </p:spPr>
        <p:txBody>
          <a:bodyPr anchorCtr="0" anchor="t" bIns="0" lIns="0" spcFirstLastPara="1" rIns="0" wrap="square" tIns="0">
            <a:noAutofit/>
          </a:bodyPr>
          <a:lstStyle>
            <a:lvl1pPr lvl="0" rtl="0" algn="l">
              <a:lnSpc>
                <a:spcPct val="80000"/>
              </a:lnSpc>
              <a:spcBef>
                <a:spcPts val="1200"/>
              </a:spcBef>
              <a:spcAft>
                <a:spcPts val="0"/>
              </a:spcAft>
              <a:buClr>
                <a:schemeClr val="lt1"/>
              </a:buClr>
              <a:buSzPts val="3200"/>
              <a:buFont typeface="Verizon NHG TX"/>
              <a:buNone/>
              <a:defRPr b="0" i="0" sz="3200">
                <a:solidFill>
                  <a:schemeClr val="lt1"/>
                </a:solidFill>
                <a:latin typeface="Verizon NHG TX"/>
                <a:ea typeface="Verizon NHG TX"/>
                <a:cs typeface="Verizon NHG TX"/>
                <a:sym typeface="Verizon NHG TX"/>
              </a:defRPr>
            </a:lvl1pPr>
            <a:lvl2pPr lvl="1" rtl="0" algn="l">
              <a:lnSpc>
                <a:spcPct val="80000"/>
              </a:lnSpc>
              <a:spcBef>
                <a:spcPts val="1200"/>
              </a:spcBef>
              <a:spcAft>
                <a:spcPts val="0"/>
              </a:spcAft>
              <a:buClr>
                <a:schemeClr val="lt1"/>
              </a:buClr>
              <a:buSzPts val="2700"/>
              <a:buFont typeface="Verizon NHG TX"/>
              <a:buNone/>
              <a:defRPr b="1" sz="2700">
                <a:solidFill>
                  <a:schemeClr val="lt1"/>
                </a:solidFill>
              </a:defRPr>
            </a:lvl2pPr>
            <a:lvl3pPr lvl="2" rtl="0" algn="l">
              <a:lnSpc>
                <a:spcPct val="80000"/>
              </a:lnSpc>
              <a:spcBef>
                <a:spcPts val="1200"/>
              </a:spcBef>
              <a:spcAft>
                <a:spcPts val="0"/>
              </a:spcAft>
              <a:buClr>
                <a:schemeClr val="lt1"/>
              </a:buClr>
              <a:buSzPts val="2700"/>
              <a:buNone/>
              <a:defRPr b="1" sz="2700">
                <a:solidFill>
                  <a:schemeClr val="lt1"/>
                </a:solidFill>
              </a:defRPr>
            </a:lvl3pPr>
            <a:lvl4pPr lvl="3" rtl="0" algn="l">
              <a:lnSpc>
                <a:spcPct val="80000"/>
              </a:lnSpc>
              <a:spcBef>
                <a:spcPts val="1200"/>
              </a:spcBef>
              <a:spcAft>
                <a:spcPts val="0"/>
              </a:spcAft>
              <a:buClr>
                <a:schemeClr val="lt1"/>
              </a:buClr>
              <a:buSzPts val="2700"/>
              <a:buNone/>
              <a:defRPr b="1" sz="2700">
                <a:solidFill>
                  <a:schemeClr val="lt1"/>
                </a:solidFill>
              </a:defRPr>
            </a:lvl4pPr>
            <a:lvl5pPr lvl="4" rtl="0" algn="l">
              <a:lnSpc>
                <a:spcPct val="80000"/>
              </a:lnSpc>
              <a:spcBef>
                <a:spcPts val="1200"/>
              </a:spcBef>
              <a:spcAft>
                <a:spcPts val="0"/>
              </a:spcAft>
              <a:buClr>
                <a:schemeClr val="lt1"/>
              </a:buClr>
              <a:buSzPts val="2700"/>
              <a:buNone/>
              <a:defRPr b="1" sz="2700">
                <a:solidFill>
                  <a:schemeClr val="lt1"/>
                </a:solidFill>
              </a:defRPr>
            </a:lvl5pPr>
            <a:lvl6pPr lvl="5" rtl="0" algn="l">
              <a:lnSpc>
                <a:spcPct val="80000"/>
              </a:lnSpc>
              <a:spcBef>
                <a:spcPts val="1200"/>
              </a:spcBef>
              <a:spcAft>
                <a:spcPts val="0"/>
              </a:spcAft>
              <a:buClr>
                <a:schemeClr val="lt1"/>
              </a:buClr>
              <a:buSzPts val="2700"/>
              <a:buNone/>
              <a:defRPr b="1" sz="2700">
                <a:solidFill>
                  <a:schemeClr val="lt1"/>
                </a:solidFill>
              </a:defRPr>
            </a:lvl6pPr>
            <a:lvl7pPr lvl="6" rtl="0" algn="l">
              <a:lnSpc>
                <a:spcPct val="80000"/>
              </a:lnSpc>
              <a:spcBef>
                <a:spcPts val="1200"/>
              </a:spcBef>
              <a:spcAft>
                <a:spcPts val="0"/>
              </a:spcAft>
              <a:buClr>
                <a:schemeClr val="lt1"/>
              </a:buClr>
              <a:buSzPts val="2700"/>
              <a:buNone/>
              <a:defRPr b="1" sz="2700">
                <a:solidFill>
                  <a:schemeClr val="lt1"/>
                </a:solidFill>
              </a:defRPr>
            </a:lvl7pPr>
            <a:lvl8pPr lvl="7" rtl="0" algn="l">
              <a:lnSpc>
                <a:spcPct val="80000"/>
              </a:lnSpc>
              <a:spcBef>
                <a:spcPts val="1200"/>
              </a:spcBef>
              <a:spcAft>
                <a:spcPts val="0"/>
              </a:spcAft>
              <a:buClr>
                <a:schemeClr val="lt1"/>
              </a:buClr>
              <a:buSzPts val="2700"/>
              <a:buNone/>
              <a:defRPr b="1" sz="2700">
                <a:solidFill>
                  <a:schemeClr val="lt1"/>
                </a:solidFill>
              </a:defRPr>
            </a:lvl8pPr>
            <a:lvl9pPr lvl="8" rtl="0" algn="l">
              <a:lnSpc>
                <a:spcPct val="80000"/>
              </a:lnSpc>
              <a:spcBef>
                <a:spcPts val="1200"/>
              </a:spcBef>
              <a:spcAft>
                <a:spcPts val="0"/>
              </a:spcAft>
              <a:buClr>
                <a:schemeClr val="lt1"/>
              </a:buClr>
              <a:buSzPts val="2700"/>
              <a:buNone/>
              <a:defRPr b="1" sz="2700">
                <a:solidFill>
                  <a:schemeClr val="lt1"/>
                </a:solidFill>
              </a:defRPr>
            </a:lvl9pPr>
          </a:lstStyle>
          <a:p/>
        </p:txBody>
      </p:sp>
      <p:sp>
        <p:nvSpPr>
          <p:cNvPr id="154" name="Google Shape;154;p28"/>
          <p:cNvSpPr/>
          <p:nvPr/>
        </p:nvSpPr>
        <p:spPr>
          <a:xfrm>
            <a:off x="58908" y="6096424"/>
            <a:ext cx="11350800" cy="7617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pic>
        <p:nvPicPr>
          <p:cNvPr id="155" name="Google Shape;155;p28"/>
          <p:cNvPicPr preferRelativeResize="0"/>
          <p:nvPr/>
        </p:nvPicPr>
        <p:blipFill rotWithShape="1">
          <a:blip r:embed="rId2">
            <a:alphaModFix/>
          </a:blip>
          <a:srcRect b="0" l="0" r="0" t="0"/>
          <a:stretch/>
        </p:blipFill>
        <p:spPr>
          <a:xfrm>
            <a:off x="9653516" y="4141583"/>
            <a:ext cx="2641571" cy="2850619"/>
          </a:xfrm>
          <a:prstGeom prst="rect">
            <a:avLst/>
          </a:prstGeom>
          <a:noFill/>
          <a:ln>
            <a:noFill/>
          </a:ln>
        </p:spPr>
      </p:pic>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3 External Cover">
  <p:cSld name="Cover slide - wht_2">
    <p:spTree>
      <p:nvGrpSpPr>
        <p:cNvPr id="156" name="Shape 156"/>
        <p:cNvGrpSpPr/>
        <p:nvPr/>
      </p:nvGrpSpPr>
      <p:grpSpPr>
        <a:xfrm>
          <a:off x="0" y="0"/>
          <a:ext cx="0" cy="0"/>
          <a:chOff x="0" y="0"/>
          <a:chExt cx="0" cy="0"/>
        </a:xfrm>
      </p:grpSpPr>
      <p:sp>
        <p:nvSpPr>
          <p:cNvPr id="157" name="Google Shape;157;p29"/>
          <p:cNvSpPr txBox="1"/>
          <p:nvPr>
            <p:ph type="ctrTitle"/>
          </p:nvPr>
        </p:nvSpPr>
        <p:spPr>
          <a:xfrm>
            <a:off x="609600" y="617431"/>
            <a:ext cx="8362500" cy="23163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8000"/>
              <a:buFont typeface="Verizon NHG DS"/>
              <a:buNone/>
              <a:defRPr b="1" i="0" sz="8000">
                <a:latin typeface="Verizon NHG DS"/>
                <a:ea typeface="Verizon NHG DS"/>
                <a:cs typeface="Verizon NHG DS"/>
                <a:sym typeface="Verizon NHG DS"/>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58" name="Google Shape;158;p29"/>
          <p:cNvSpPr txBox="1"/>
          <p:nvPr>
            <p:ph idx="1" type="subTitle"/>
          </p:nvPr>
        </p:nvSpPr>
        <p:spPr>
          <a:xfrm>
            <a:off x="609600" y="3055831"/>
            <a:ext cx="5486400" cy="1828800"/>
          </a:xfrm>
          <a:prstGeom prst="rect">
            <a:avLst/>
          </a:prstGeom>
          <a:noFill/>
          <a:ln>
            <a:noFill/>
          </a:ln>
        </p:spPr>
        <p:txBody>
          <a:bodyPr anchorCtr="0" anchor="t" bIns="0" lIns="0" spcFirstLastPara="1" rIns="0" wrap="square" tIns="0">
            <a:noAutofit/>
          </a:bodyPr>
          <a:lstStyle>
            <a:lvl1pPr lvl="0" rtl="0" algn="l">
              <a:lnSpc>
                <a:spcPct val="80000"/>
              </a:lnSpc>
              <a:spcBef>
                <a:spcPts val="1200"/>
              </a:spcBef>
              <a:spcAft>
                <a:spcPts val="0"/>
              </a:spcAft>
              <a:buClr>
                <a:schemeClr val="dk1"/>
              </a:buClr>
              <a:buSzPts val="3200"/>
              <a:buFont typeface="Verizon NHG TX"/>
              <a:buNone/>
              <a:defRPr b="0" i="0" sz="3200">
                <a:solidFill>
                  <a:schemeClr val="dk1"/>
                </a:solidFill>
                <a:latin typeface="Verizon NHG TX"/>
                <a:ea typeface="Verizon NHG TX"/>
                <a:cs typeface="Verizon NHG TX"/>
                <a:sym typeface="Verizon NHG TX"/>
              </a:defRPr>
            </a:lvl1pPr>
            <a:lvl2pPr lvl="1" rtl="0" algn="l">
              <a:lnSpc>
                <a:spcPct val="80000"/>
              </a:lnSpc>
              <a:spcBef>
                <a:spcPts val="1200"/>
              </a:spcBef>
              <a:spcAft>
                <a:spcPts val="0"/>
              </a:spcAft>
              <a:buClr>
                <a:schemeClr val="dk1"/>
              </a:buClr>
              <a:buSzPts val="2700"/>
              <a:buFont typeface="Verizon NHG TX"/>
              <a:buNone/>
              <a:defRPr b="1" sz="2700">
                <a:solidFill>
                  <a:schemeClr val="dk1"/>
                </a:solidFill>
              </a:defRPr>
            </a:lvl2pPr>
            <a:lvl3pPr lvl="2" rtl="0" algn="l">
              <a:lnSpc>
                <a:spcPct val="80000"/>
              </a:lnSpc>
              <a:spcBef>
                <a:spcPts val="1200"/>
              </a:spcBef>
              <a:spcAft>
                <a:spcPts val="0"/>
              </a:spcAft>
              <a:buClr>
                <a:schemeClr val="dk1"/>
              </a:buClr>
              <a:buSzPts val="2700"/>
              <a:buNone/>
              <a:defRPr b="1" sz="2700">
                <a:solidFill>
                  <a:schemeClr val="dk1"/>
                </a:solidFill>
              </a:defRPr>
            </a:lvl3pPr>
            <a:lvl4pPr lvl="3" rtl="0" algn="l">
              <a:lnSpc>
                <a:spcPct val="80000"/>
              </a:lnSpc>
              <a:spcBef>
                <a:spcPts val="1200"/>
              </a:spcBef>
              <a:spcAft>
                <a:spcPts val="0"/>
              </a:spcAft>
              <a:buClr>
                <a:schemeClr val="dk1"/>
              </a:buClr>
              <a:buSzPts val="2700"/>
              <a:buNone/>
              <a:defRPr b="1" sz="2700">
                <a:solidFill>
                  <a:schemeClr val="dk1"/>
                </a:solidFill>
              </a:defRPr>
            </a:lvl4pPr>
            <a:lvl5pPr lvl="4" rtl="0" algn="l">
              <a:lnSpc>
                <a:spcPct val="80000"/>
              </a:lnSpc>
              <a:spcBef>
                <a:spcPts val="1200"/>
              </a:spcBef>
              <a:spcAft>
                <a:spcPts val="0"/>
              </a:spcAft>
              <a:buClr>
                <a:schemeClr val="dk1"/>
              </a:buClr>
              <a:buSzPts val="2700"/>
              <a:buNone/>
              <a:defRPr b="1" sz="2700">
                <a:solidFill>
                  <a:schemeClr val="dk1"/>
                </a:solidFill>
              </a:defRPr>
            </a:lvl5pPr>
            <a:lvl6pPr lvl="5" rtl="0" algn="l">
              <a:lnSpc>
                <a:spcPct val="80000"/>
              </a:lnSpc>
              <a:spcBef>
                <a:spcPts val="1200"/>
              </a:spcBef>
              <a:spcAft>
                <a:spcPts val="0"/>
              </a:spcAft>
              <a:buClr>
                <a:schemeClr val="dk1"/>
              </a:buClr>
              <a:buSzPts val="2700"/>
              <a:buNone/>
              <a:defRPr b="1" sz="2700">
                <a:solidFill>
                  <a:schemeClr val="dk1"/>
                </a:solidFill>
              </a:defRPr>
            </a:lvl6pPr>
            <a:lvl7pPr lvl="6" rtl="0" algn="l">
              <a:lnSpc>
                <a:spcPct val="80000"/>
              </a:lnSpc>
              <a:spcBef>
                <a:spcPts val="1200"/>
              </a:spcBef>
              <a:spcAft>
                <a:spcPts val="0"/>
              </a:spcAft>
              <a:buClr>
                <a:schemeClr val="dk1"/>
              </a:buClr>
              <a:buSzPts val="2700"/>
              <a:buNone/>
              <a:defRPr b="1" sz="2700">
                <a:solidFill>
                  <a:schemeClr val="dk1"/>
                </a:solidFill>
              </a:defRPr>
            </a:lvl7pPr>
            <a:lvl8pPr lvl="7" rtl="0" algn="l">
              <a:lnSpc>
                <a:spcPct val="80000"/>
              </a:lnSpc>
              <a:spcBef>
                <a:spcPts val="1200"/>
              </a:spcBef>
              <a:spcAft>
                <a:spcPts val="0"/>
              </a:spcAft>
              <a:buClr>
                <a:schemeClr val="dk1"/>
              </a:buClr>
              <a:buSzPts val="2700"/>
              <a:buNone/>
              <a:defRPr b="1" sz="2700">
                <a:solidFill>
                  <a:schemeClr val="dk1"/>
                </a:solidFill>
              </a:defRPr>
            </a:lvl8pPr>
            <a:lvl9pPr lvl="8" rtl="0" algn="l">
              <a:lnSpc>
                <a:spcPct val="80000"/>
              </a:lnSpc>
              <a:spcBef>
                <a:spcPts val="1200"/>
              </a:spcBef>
              <a:spcAft>
                <a:spcPts val="0"/>
              </a:spcAft>
              <a:buClr>
                <a:schemeClr val="dk1"/>
              </a:buClr>
              <a:buSzPts val="2700"/>
              <a:buNone/>
              <a:defRPr b="1" sz="2700">
                <a:solidFill>
                  <a:schemeClr val="dk1"/>
                </a:solidFill>
              </a:defRPr>
            </a:lvl9pPr>
          </a:lstStyle>
          <a:p/>
        </p:txBody>
      </p:sp>
      <p:sp>
        <p:nvSpPr>
          <p:cNvPr id="159" name="Google Shape;159;p29"/>
          <p:cNvSpPr/>
          <p:nvPr/>
        </p:nvSpPr>
        <p:spPr>
          <a:xfrm>
            <a:off x="58908" y="6096424"/>
            <a:ext cx="11350800" cy="761700"/>
          </a:xfrm>
          <a:prstGeom prst="rect">
            <a:avLst/>
          </a:prstGeom>
          <a:solidFill>
            <a:schemeClr val="lt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pic>
        <p:nvPicPr>
          <p:cNvPr id="160" name="Google Shape;160;p29"/>
          <p:cNvPicPr preferRelativeResize="0"/>
          <p:nvPr/>
        </p:nvPicPr>
        <p:blipFill rotWithShape="1">
          <a:blip r:embed="rId2">
            <a:alphaModFix/>
          </a:blip>
          <a:srcRect b="0" l="0" r="0" t="0"/>
          <a:stretch/>
        </p:blipFill>
        <p:spPr>
          <a:xfrm>
            <a:off x="469181" y="6112860"/>
            <a:ext cx="1498169" cy="562310"/>
          </a:xfrm>
          <a:prstGeom prst="rect">
            <a:avLst/>
          </a:prstGeom>
          <a:noFill/>
          <a:ln>
            <a:noFill/>
          </a:ln>
        </p:spPr>
      </p:pic>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4 External Cover - Reverse">
  <p:cSld name="Cover slide - wht_1_1">
    <p:bg>
      <p:bgPr>
        <a:solidFill>
          <a:schemeClr val="dk1"/>
        </a:solidFill>
      </p:bgPr>
    </p:bg>
    <p:spTree>
      <p:nvGrpSpPr>
        <p:cNvPr id="161" name="Shape 161"/>
        <p:cNvGrpSpPr/>
        <p:nvPr/>
      </p:nvGrpSpPr>
      <p:grpSpPr>
        <a:xfrm>
          <a:off x="0" y="0"/>
          <a:ext cx="0" cy="0"/>
          <a:chOff x="0" y="0"/>
          <a:chExt cx="0" cy="0"/>
        </a:xfrm>
      </p:grpSpPr>
      <p:sp>
        <p:nvSpPr>
          <p:cNvPr id="162" name="Google Shape;162;p30"/>
          <p:cNvSpPr txBox="1"/>
          <p:nvPr>
            <p:ph type="ctrTitle"/>
          </p:nvPr>
        </p:nvSpPr>
        <p:spPr>
          <a:xfrm>
            <a:off x="609600" y="617431"/>
            <a:ext cx="8362500" cy="23163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lt1"/>
              </a:buClr>
              <a:buSzPts val="8000"/>
              <a:buFont typeface="Verizon NHG DS"/>
              <a:buNone/>
              <a:defRPr b="1" i="0" sz="8000">
                <a:solidFill>
                  <a:schemeClr val="lt1"/>
                </a:solidFill>
                <a:latin typeface="Verizon NHG DS"/>
                <a:ea typeface="Verizon NHG DS"/>
                <a:cs typeface="Verizon NHG DS"/>
                <a:sym typeface="Verizon NHG DS"/>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63" name="Google Shape;163;p30"/>
          <p:cNvSpPr txBox="1"/>
          <p:nvPr>
            <p:ph idx="1" type="subTitle"/>
          </p:nvPr>
        </p:nvSpPr>
        <p:spPr>
          <a:xfrm>
            <a:off x="609600" y="3055831"/>
            <a:ext cx="5486400" cy="1828800"/>
          </a:xfrm>
          <a:prstGeom prst="rect">
            <a:avLst/>
          </a:prstGeom>
          <a:noFill/>
          <a:ln>
            <a:noFill/>
          </a:ln>
        </p:spPr>
        <p:txBody>
          <a:bodyPr anchorCtr="0" anchor="t" bIns="0" lIns="0" spcFirstLastPara="1" rIns="0" wrap="square" tIns="0">
            <a:noAutofit/>
          </a:bodyPr>
          <a:lstStyle>
            <a:lvl1pPr lvl="0" rtl="0" algn="l">
              <a:lnSpc>
                <a:spcPct val="80000"/>
              </a:lnSpc>
              <a:spcBef>
                <a:spcPts val="1200"/>
              </a:spcBef>
              <a:spcAft>
                <a:spcPts val="0"/>
              </a:spcAft>
              <a:buClr>
                <a:schemeClr val="lt1"/>
              </a:buClr>
              <a:buSzPts val="3200"/>
              <a:buFont typeface="Verizon NHG TX"/>
              <a:buNone/>
              <a:defRPr b="0" i="0" sz="3200">
                <a:solidFill>
                  <a:schemeClr val="lt1"/>
                </a:solidFill>
                <a:latin typeface="Verizon NHG TX"/>
                <a:ea typeface="Verizon NHG TX"/>
                <a:cs typeface="Verizon NHG TX"/>
                <a:sym typeface="Verizon NHG TX"/>
              </a:defRPr>
            </a:lvl1pPr>
            <a:lvl2pPr lvl="1" rtl="0" algn="l">
              <a:lnSpc>
                <a:spcPct val="80000"/>
              </a:lnSpc>
              <a:spcBef>
                <a:spcPts val="1200"/>
              </a:spcBef>
              <a:spcAft>
                <a:spcPts val="0"/>
              </a:spcAft>
              <a:buClr>
                <a:schemeClr val="lt1"/>
              </a:buClr>
              <a:buSzPts val="2700"/>
              <a:buFont typeface="Verizon NHG TX"/>
              <a:buNone/>
              <a:defRPr b="1" sz="2700">
                <a:solidFill>
                  <a:schemeClr val="lt1"/>
                </a:solidFill>
              </a:defRPr>
            </a:lvl2pPr>
            <a:lvl3pPr lvl="2" rtl="0" algn="l">
              <a:lnSpc>
                <a:spcPct val="80000"/>
              </a:lnSpc>
              <a:spcBef>
                <a:spcPts val="1200"/>
              </a:spcBef>
              <a:spcAft>
                <a:spcPts val="0"/>
              </a:spcAft>
              <a:buClr>
                <a:schemeClr val="lt1"/>
              </a:buClr>
              <a:buSzPts val="2700"/>
              <a:buNone/>
              <a:defRPr b="1" sz="2700">
                <a:solidFill>
                  <a:schemeClr val="lt1"/>
                </a:solidFill>
              </a:defRPr>
            </a:lvl3pPr>
            <a:lvl4pPr lvl="3" rtl="0" algn="l">
              <a:lnSpc>
                <a:spcPct val="80000"/>
              </a:lnSpc>
              <a:spcBef>
                <a:spcPts val="1200"/>
              </a:spcBef>
              <a:spcAft>
                <a:spcPts val="0"/>
              </a:spcAft>
              <a:buClr>
                <a:schemeClr val="lt1"/>
              </a:buClr>
              <a:buSzPts val="2700"/>
              <a:buNone/>
              <a:defRPr b="1" sz="2700">
                <a:solidFill>
                  <a:schemeClr val="lt1"/>
                </a:solidFill>
              </a:defRPr>
            </a:lvl4pPr>
            <a:lvl5pPr lvl="4" rtl="0" algn="l">
              <a:lnSpc>
                <a:spcPct val="80000"/>
              </a:lnSpc>
              <a:spcBef>
                <a:spcPts val="1200"/>
              </a:spcBef>
              <a:spcAft>
                <a:spcPts val="0"/>
              </a:spcAft>
              <a:buClr>
                <a:schemeClr val="lt1"/>
              </a:buClr>
              <a:buSzPts val="2700"/>
              <a:buNone/>
              <a:defRPr b="1" sz="2700">
                <a:solidFill>
                  <a:schemeClr val="lt1"/>
                </a:solidFill>
              </a:defRPr>
            </a:lvl5pPr>
            <a:lvl6pPr lvl="5" rtl="0" algn="l">
              <a:lnSpc>
                <a:spcPct val="80000"/>
              </a:lnSpc>
              <a:spcBef>
                <a:spcPts val="1200"/>
              </a:spcBef>
              <a:spcAft>
                <a:spcPts val="0"/>
              </a:spcAft>
              <a:buClr>
                <a:schemeClr val="lt1"/>
              </a:buClr>
              <a:buSzPts val="2700"/>
              <a:buNone/>
              <a:defRPr b="1" sz="2700">
                <a:solidFill>
                  <a:schemeClr val="lt1"/>
                </a:solidFill>
              </a:defRPr>
            </a:lvl6pPr>
            <a:lvl7pPr lvl="6" rtl="0" algn="l">
              <a:lnSpc>
                <a:spcPct val="80000"/>
              </a:lnSpc>
              <a:spcBef>
                <a:spcPts val="1200"/>
              </a:spcBef>
              <a:spcAft>
                <a:spcPts val="0"/>
              </a:spcAft>
              <a:buClr>
                <a:schemeClr val="lt1"/>
              </a:buClr>
              <a:buSzPts val="2700"/>
              <a:buNone/>
              <a:defRPr b="1" sz="2700">
                <a:solidFill>
                  <a:schemeClr val="lt1"/>
                </a:solidFill>
              </a:defRPr>
            </a:lvl7pPr>
            <a:lvl8pPr lvl="7" rtl="0" algn="l">
              <a:lnSpc>
                <a:spcPct val="80000"/>
              </a:lnSpc>
              <a:spcBef>
                <a:spcPts val="1200"/>
              </a:spcBef>
              <a:spcAft>
                <a:spcPts val="0"/>
              </a:spcAft>
              <a:buClr>
                <a:schemeClr val="lt1"/>
              </a:buClr>
              <a:buSzPts val="2700"/>
              <a:buNone/>
              <a:defRPr b="1" sz="2700">
                <a:solidFill>
                  <a:schemeClr val="lt1"/>
                </a:solidFill>
              </a:defRPr>
            </a:lvl8pPr>
            <a:lvl9pPr lvl="8" rtl="0" algn="l">
              <a:lnSpc>
                <a:spcPct val="80000"/>
              </a:lnSpc>
              <a:spcBef>
                <a:spcPts val="1200"/>
              </a:spcBef>
              <a:spcAft>
                <a:spcPts val="0"/>
              </a:spcAft>
              <a:buClr>
                <a:schemeClr val="lt1"/>
              </a:buClr>
              <a:buSzPts val="2700"/>
              <a:buNone/>
              <a:defRPr b="1" sz="2700">
                <a:solidFill>
                  <a:schemeClr val="lt1"/>
                </a:solidFill>
              </a:defRPr>
            </a:lvl9pPr>
          </a:lstStyle>
          <a:p/>
        </p:txBody>
      </p:sp>
      <p:sp>
        <p:nvSpPr>
          <p:cNvPr id="164" name="Google Shape;164;p30"/>
          <p:cNvSpPr/>
          <p:nvPr/>
        </p:nvSpPr>
        <p:spPr>
          <a:xfrm>
            <a:off x="58908" y="6096424"/>
            <a:ext cx="11350800" cy="7617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pic>
        <p:nvPicPr>
          <p:cNvPr id="165" name="Google Shape;165;p30"/>
          <p:cNvPicPr preferRelativeResize="0"/>
          <p:nvPr/>
        </p:nvPicPr>
        <p:blipFill rotWithShape="1">
          <a:blip r:embed="rId2">
            <a:alphaModFix/>
          </a:blip>
          <a:srcRect b="0" l="0" r="0" t="0"/>
          <a:stretch/>
        </p:blipFill>
        <p:spPr>
          <a:xfrm>
            <a:off x="469181" y="6112860"/>
            <a:ext cx="1498169" cy="562310"/>
          </a:xfrm>
          <a:prstGeom prst="rect">
            <a:avLst/>
          </a:prstGeom>
          <a:noFill/>
          <a:ln>
            <a:noFill/>
          </a:ln>
        </p:spPr>
      </p:pic>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07 Agenda - Reverse">
  <p:cSld name="Agenda - Reverse">
    <p:bg>
      <p:bgPr>
        <a:solidFill>
          <a:schemeClr val="dk1"/>
        </a:solidFill>
      </p:bgPr>
    </p:bg>
    <p:spTree>
      <p:nvGrpSpPr>
        <p:cNvPr id="166" name="Shape 166"/>
        <p:cNvGrpSpPr/>
        <p:nvPr/>
      </p:nvGrpSpPr>
      <p:grpSpPr>
        <a:xfrm>
          <a:off x="0" y="0"/>
          <a:ext cx="0" cy="0"/>
          <a:chOff x="0" y="0"/>
          <a:chExt cx="0" cy="0"/>
        </a:xfrm>
      </p:grpSpPr>
      <p:sp>
        <p:nvSpPr>
          <p:cNvPr id="167" name="Google Shape;167;p31"/>
          <p:cNvSpPr txBox="1"/>
          <p:nvPr>
            <p:ph type="title"/>
          </p:nvPr>
        </p:nvSpPr>
        <p:spPr>
          <a:xfrm>
            <a:off x="609600" y="792480"/>
            <a:ext cx="9448800" cy="756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lt1"/>
              </a:buClr>
              <a:buSzPts val="2700"/>
              <a:buFont typeface="Verizon NHG DS"/>
              <a:buNone/>
              <a:defRPr>
                <a:solidFill>
                  <a:schemeClr val="lt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68" name="Google Shape;168;p31"/>
          <p:cNvSpPr txBox="1"/>
          <p:nvPr>
            <p:ph idx="1" type="body"/>
          </p:nvPr>
        </p:nvSpPr>
        <p:spPr>
          <a:xfrm>
            <a:off x="609600" y="1803400"/>
            <a:ext cx="9448800" cy="4114800"/>
          </a:xfrm>
          <a:prstGeom prst="rect">
            <a:avLst/>
          </a:prstGeom>
          <a:noFill/>
          <a:ln>
            <a:noFill/>
          </a:ln>
        </p:spPr>
        <p:txBody>
          <a:bodyPr anchorCtr="0" anchor="t" bIns="0" lIns="0" spcFirstLastPara="1" rIns="0" wrap="square" tIns="0">
            <a:normAutofit/>
          </a:bodyPr>
          <a:lstStyle>
            <a:lvl1pPr indent="-361950" lvl="0" marL="457200" rtl="0" algn="l">
              <a:lnSpc>
                <a:spcPct val="100000"/>
              </a:lnSpc>
              <a:spcBef>
                <a:spcPts val="1200"/>
              </a:spcBef>
              <a:spcAft>
                <a:spcPts val="0"/>
              </a:spcAft>
              <a:buClr>
                <a:schemeClr val="lt1"/>
              </a:buClr>
              <a:buSzPts val="2100"/>
              <a:buFont typeface="Verizon NHG DS"/>
              <a:buAutoNum type="arabicPeriod"/>
              <a:defRPr sz="2100">
                <a:solidFill>
                  <a:schemeClr val="lt1"/>
                </a:solidFill>
              </a:defRPr>
            </a:lvl1pPr>
            <a:lvl2pPr indent="-228600" lvl="1" marL="914400" rtl="0" algn="l">
              <a:lnSpc>
                <a:spcPct val="100000"/>
              </a:lnSpc>
              <a:spcBef>
                <a:spcPts val="1200"/>
              </a:spcBef>
              <a:spcAft>
                <a:spcPts val="0"/>
              </a:spcAft>
              <a:buClr>
                <a:schemeClr val="lt1"/>
              </a:buClr>
              <a:buSzPts val="1600"/>
              <a:buFont typeface="Verizon NHG TX"/>
              <a:buNone/>
              <a:defRPr>
                <a:solidFill>
                  <a:schemeClr val="lt1"/>
                </a:solidFill>
              </a:defRPr>
            </a:lvl2pPr>
            <a:lvl3pPr indent="-330200" lvl="2" marL="1371600" rtl="0" algn="l">
              <a:lnSpc>
                <a:spcPct val="100000"/>
              </a:lnSpc>
              <a:spcBef>
                <a:spcPts val="800"/>
              </a:spcBef>
              <a:spcAft>
                <a:spcPts val="0"/>
              </a:spcAft>
              <a:buClr>
                <a:schemeClr val="lt1"/>
              </a:buClr>
              <a:buSzPts val="1600"/>
              <a:buChar char="•"/>
              <a:defRPr>
                <a:solidFill>
                  <a:schemeClr val="lt1"/>
                </a:solidFill>
              </a:defRPr>
            </a:lvl3pPr>
            <a:lvl4pPr indent="-330200" lvl="3" marL="1828800" rtl="0" algn="l">
              <a:lnSpc>
                <a:spcPct val="100000"/>
              </a:lnSpc>
              <a:spcBef>
                <a:spcPts val="800"/>
              </a:spcBef>
              <a:spcAft>
                <a:spcPts val="0"/>
              </a:spcAft>
              <a:buClr>
                <a:schemeClr val="lt1"/>
              </a:buClr>
              <a:buSzPts val="1600"/>
              <a:buChar char="–"/>
              <a:defRPr>
                <a:solidFill>
                  <a:schemeClr val="lt1"/>
                </a:solidFill>
              </a:defRPr>
            </a:lvl4pPr>
            <a:lvl5pPr indent="-330200" lvl="4" marL="2286000" rtl="0" algn="l">
              <a:lnSpc>
                <a:spcPct val="100000"/>
              </a:lnSpc>
              <a:spcBef>
                <a:spcPts val="800"/>
              </a:spcBef>
              <a:spcAft>
                <a:spcPts val="0"/>
              </a:spcAft>
              <a:buClr>
                <a:schemeClr val="lt1"/>
              </a:buClr>
              <a:buSzPts val="1600"/>
              <a:buChar char="–"/>
              <a:defRPr>
                <a:solidFill>
                  <a:schemeClr val="lt1"/>
                </a:solidFill>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30200" lvl="8" marL="4114800" rtl="0" algn="l">
              <a:lnSpc>
                <a:spcPct val="100000"/>
              </a:lnSpc>
              <a:spcBef>
                <a:spcPts val="800"/>
              </a:spcBef>
              <a:spcAft>
                <a:spcPts val="0"/>
              </a:spcAft>
              <a:buClr>
                <a:schemeClr val="dk1"/>
              </a:buClr>
              <a:buSzPts val="1600"/>
              <a:buChar char="–"/>
              <a:defRPr/>
            </a:lvl9pPr>
          </a:lstStyle>
          <a:p/>
        </p:txBody>
      </p:sp>
      <p:cxnSp>
        <p:nvCxnSpPr>
          <p:cNvPr id="169" name="Google Shape;169;p31"/>
          <p:cNvCxnSpPr/>
          <p:nvPr/>
        </p:nvCxnSpPr>
        <p:spPr>
          <a:xfrm>
            <a:off x="609600" y="609600"/>
            <a:ext cx="10972800" cy="0"/>
          </a:xfrm>
          <a:prstGeom prst="straightConnector1">
            <a:avLst/>
          </a:prstGeom>
          <a:noFill/>
          <a:ln cap="flat" cmpd="sng" w="47625">
            <a:solidFill>
              <a:schemeClr val="lt1"/>
            </a:solidFill>
            <a:prstDash val="solid"/>
            <a:round/>
            <a:headEnd len="sm" w="sm" type="none"/>
            <a:tailEnd len="sm" w="sm" type="none"/>
          </a:ln>
        </p:spPr>
      </p:cxnSp>
      <p:sp>
        <p:nvSpPr>
          <p:cNvPr id="170" name="Google Shape;170;p31"/>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71" name="Google Shape;171;p31"/>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1 Four Column Text and Photos">
  <p:cSld name="Four Column Text and Photos">
    <p:spTree>
      <p:nvGrpSpPr>
        <p:cNvPr id="172" name="Shape 172"/>
        <p:cNvGrpSpPr/>
        <p:nvPr/>
      </p:nvGrpSpPr>
      <p:grpSpPr>
        <a:xfrm>
          <a:off x="0" y="0"/>
          <a:ext cx="0" cy="0"/>
          <a:chOff x="0" y="0"/>
          <a:chExt cx="0" cy="0"/>
        </a:xfrm>
      </p:grpSpPr>
      <p:sp>
        <p:nvSpPr>
          <p:cNvPr id="173" name="Google Shape;173;p32"/>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174" name="Google Shape;174;p32"/>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175" name="Google Shape;175;p32"/>
          <p:cNvSpPr txBox="1"/>
          <p:nvPr>
            <p:ph idx="1" type="body"/>
          </p:nvPr>
        </p:nvSpPr>
        <p:spPr>
          <a:xfrm>
            <a:off x="6268304" y="4043147"/>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76" name="Google Shape;176;p32"/>
          <p:cNvSpPr txBox="1"/>
          <p:nvPr>
            <p:ph idx="2" type="body"/>
          </p:nvPr>
        </p:nvSpPr>
        <p:spPr>
          <a:xfrm>
            <a:off x="3430484" y="4043147"/>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77" name="Google Shape;177;p32"/>
          <p:cNvSpPr txBox="1"/>
          <p:nvPr>
            <p:ph idx="3" type="body"/>
          </p:nvPr>
        </p:nvSpPr>
        <p:spPr>
          <a:xfrm>
            <a:off x="609600" y="4043147"/>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78" name="Google Shape;178;p32"/>
          <p:cNvSpPr/>
          <p:nvPr>
            <p:ph idx="4" type="pic"/>
          </p:nvPr>
        </p:nvSpPr>
        <p:spPr>
          <a:xfrm>
            <a:off x="609600" y="1803400"/>
            <a:ext cx="2493300" cy="2121600"/>
          </a:xfrm>
          <a:prstGeom prst="rect">
            <a:avLst/>
          </a:prstGeom>
          <a:noFill/>
          <a:ln>
            <a:noFill/>
          </a:ln>
        </p:spPr>
      </p:sp>
      <p:sp>
        <p:nvSpPr>
          <p:cNvPr id="179" name="Google Shape;179;p32"/>
          <p:cNvSpPr/>
          <p:nvPr>
            <p:ph idx="5" type="pic"/>
          </p:nvPr>
        </p:nvSpPr>
        <p:spPr>
          <a:xfrm>
            <a:off x="3430483" y="1803400"/>
            <a:ext cx="2493300" cy="2121600"/>
          </a:xfrm>
          <a:prstGeom prst="rect">
            <a:avLst/>
          </a:prstGeom>
          <a:noFill/>
          <a:ln>
            <a:noFill/>
          </a:ln>
        </p:spPr>
      </p:sp>
      <p:sp>
        <p:nvSpPr>
          <p:cNvPr id="180" name="Google Shape;180;p32"/>
          <p:cNvSpPr/>
          <p:nvPr>
            <p:ph idx="6" type="pic"/>
          </p:nvPr>
        </p:nvSpPr>
        <p:spPr>
          <a:xfrm>
            <a:off x="6268304" y="1803400"/>
            <a:ext cx="2493300" cy="2121600"/>
          </a:xfrm>
          <a:prstGeom prst="rect">
            <a:avLst/>
          </a:prstGeom>
          <a:noFill/>
          <a:ln>
            <a:noFill/>
          </a:ln>
        </p:spPr>
      </p:sp>
      <p:sp>
        <p:nvSpPr>
          <p:cNvPr id="181" name="Google Shape;181;p32"/>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82" name="Google Shape;182;p32"/>
          <p:cNvSpPr txBox="1"/>
          <p:nvPr>
            <p:ph idx="7" type="body"/>
          </p:nvPr>
        </p:nvSpPr>
        <p:spPr>
          <a:xfrm>
            <a:off x="9089188" y="4043147"/>
            <a:ext cx="2493300" cy="17352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1600"/>
              <a:buFont typeface="Verizon NHG TX"/>
              <a:buNone/>
              <a:defRPr b="1"/>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183" name="Google Shape;183;p32"/>
          <p:cNvSpPr/>
          <p:nvPr>
            <p:ph idx="8" type="pic"/>
          </p:nvPr>
        </p:nvSpPr>
        <p:spPr>
          <a:xfrm>
            <a:off x="9089188" y="1803400"/>
            <a:ext cx="2493300" cy="2121600"/>
          </a:xfrm>
          <a:prstGeom prst="rect">
            <a:avLst/>
          </a:prstGeom>
          <a:noFill/>
          <a:ln>
            <a:no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3 Statement">
  <p:cSld name="Statement">
    <p:spTree>
      <p:nvGrpSpPr>
        <p:cNvPr id="184" name="Shape 184"/>
        <p:cNvGrpSpPr/>
        <p:nvPr/>
      </p:nvGrpSpPr>
      <p:grpSpPr>
        <a:xfrm>
          <a:off x="0" y="0"/>
          <a:ext cx="0" cy="0"/>
          <a:chOff x="0" y="0"/>
          <a:chExt cx="0" cy="0"/>
        </a:xfrm>
      </p:grpSpPr>
      <p:sp>
        <p:nvSpPr>
          <p:cNvPr id="185" name="Google Shape;185;p33"/>
          <p:cNvSpPr txBox="1"/>
          <p:nvPr>
            <p:ph type="title"/>
          </p:nvPr>
        </p:nvSpPr>
        <p:spPr>
          <a:xfrm>
            <a:off x="609599" y="792479"/>
            <a:ext cx="9448800" cy="27432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5300"/>
              <a:buFont typeface="Verizon NHG DS"/>
              <a:buNone/>
              <a:defRPr sz="5300">
                <a:solidFill>
                  <a:schemeClr val="dk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86" name="Google Shape;186;p33"/>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5 Statement Photo Bg">
  <p:cSld name="Statement Photo Bg">
    <p:bg>
      <p:bgPr>
        <a:solidFill>
          <a:schemeClr val="lt1"/>
        </a:solidFill>
      </p:bgPr>
    </p:bg>
    <p:spTree>
      <p:nvGrpSpPr>
        <p:cNvPr id="187" name="Shape 187"/>
        <p:cNvGrpSpPr/>
        <p:nvPr/>
      </p:nvGrpSpPr>
      <p:grpSpPr>
        <a:xfrm>
          <a:off x="0" y="0"/>
          <a:ext cx="0" cy="0"/>
          <a:chOff x="0" y="0"/>
          <a:chExt cx="0" cy="0"/>
        </a:xfrm>
      </p:grpSpPr>
      <p:sp>
        <p:nvSpPr>
          <p:cNvPr id="188" name="Google Shape;188;p34"/>
          <p:cNvSpPr/>
          <p:nvPr>
            <p:ph idx="2" type="pic"/>
          </p:nvPr>
        </p:nvSpPr>
        <p:spPr>
          <a:xfrm>
            <a:off x="0" y="0"/>
            <a:ext cx="12192000" cy="6858000"/>
          </a:xfrm>
          <a:prstGeom prst="rect">
            <a:avLst/>
          </a:prstGeom>
          <a:solidFill>
            <a:srgbClr val="D8D8D8"/>
          </a:solidFill>
          <a:ln>
            <a:noFill/>
          </a:ln>
        </p:spPr>
      </p:sp>
      <p:sp>
        <p:nvSpPr>
          <p:cNvPr id="189" name="Google Shape;189;p34"/>
          <p:cNvSpPr txBox="1"/>
          <p:nvPr>
            <p:ph type="title"/>
          </p:nvPr>
        </p:nvSpPr>
        <p:spPr>
          <a:xfrm>
            <a:off x="609600" y="792479"/>
            <a:ext cx="9448800" cy="27432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5300"/>
              <a:buFont typeface="Verizon NHG DS"/>
              <a:buNone/>
              <a:defRPr sz="5300">
                <a:solidFill>
                  <a:schemeClr val="dk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90" name="Google Shape;190;p34"/>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91" name="Google Shape;191;p34"/>
          <p:cNvSpPr txBox="1"/>
          <p:nvPr/>
        </p:nvSpPr>
        <p:spPr>
          <a:xfrm>
            <a:off x="1349789" y="6149555"/>
            <a:ext cx="9499500" cy="4017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dk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dk1"/>
              </a:solidFill>
              <a:latin typeface="Verizon NHG DS"/>
              <a:ea typeface="Verizon NHG DS"/>
              <a:cs typeface="Verizon NHG DS"/>
              <a:sym typeface="Verizon NHG DS"/>
            </a:endParaRPr>
          </a:p>
        </p:txBody>
      </p:sp>
      <p:pic>
        <p:nvPicPr>
          <p:cNvPr id="192" name="Google Shape;192;p34"/>
          <p:cNvPicPr preferRelativeResize="0"/>
          <p:nvPr/>
        </p:nvPicPr>
        <p:blipFill rotWithShape="1">
          <a:blip r:embed="rId2">
            <a:alphaModFix/>
          </a:blip>
          <a:srcRect b="0" l="0" r="0" t="0"/>
          <a:stretch/>
        </p:blipFill>
        <p:spPr>
          <a:xfrm>
            <a:off x="469352" y="6097504"/>
            <a:ext cx="536038" cy="578456"/>
          </a:xfrm>
          <a:prstGeom prst="rect">
            <a:avLst/>
          </a:prstGeom>
          <a:noFill/>
          <a:ln>
            <a:noFill/>
          </a:ln>
        </p:spPr>
      </p:pic>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6 Statement Photo Bg - Reverse">
  <p:cSld name="Statement Photo Bg - Reverse">
    <p:bg>
      <p:bgPr>
        <a:solidFill>
          <a:schemeClr val="dk1"/>
        </a:solidFill>
      </p:bgPr>
    </p:bg>
    <p:spTree>
      <p:nvGrpSpPr>
        <p:cNvPr id="193" name="Shape 193"/>
        <p:cNvGrpSpPr/>
        <p:nvPr/>
      </p:nvGrpSpPr>
      <p:grpSpPr>
        <a:xfrm>
          <a:off x="0" y="0"/>
          <a:ext cx="0" cy="0"/>
          <a:chOff x="0" y="0"/>
          <a:chExt cx="0" cy="0"/>
        </a:xfrm>
      </p:grpSpPr>
      <p:sp>
        <p:nvSpPr>
          <p:cNvPr id="194" name="Google Shape;194;p35"/>
          <p:cNvSpPr/>
          <p:nvPr>
            <p:ph idx="2" type="pic"/>
          </p:nvPr>
        </p:nvSpPr>
        <p:spPr>
          <a:xfrm>
            <a:off x="0" y="0"/>
            <a:ext cx="12192000" cy="6858000"/>
          </a:xfrm>
          <a:prstGeom prst="rect">
            <a:avLst/>
          </a:prstGeom>
          <a:solidFill>
            <a:srgbClr val="A5A5A5"/>
          </a:solidFill>
          <a:ln>
            <a:noFill/>
          </a:ln>
        </p:spPr>
      </p:sp>
      <p:sp>
        <p:nvSpPr>
          <p:cNvPr id="195" name="Google Shape;195;p35"/>
          <p:cNvSpPr txBox="1"/>
          <p:nvPr>
            <p:ph type="title"/>
          </p:nvPr>
        </p:nvSpPr>
        <p:spPr>
          <a:xfrm>
            <a:off x="609600" y="792479"/>
            <a:ext cx="9448800" cy="27432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lt1"/>
              </a:buClr>
              <a:buSzPts val="5300"/>
              <a:buFont typeface="Verizon NHG DS"/>
              <a:buNone/>
              <a:defRPr sz="5300">
                <a:solidFill>
                  <a:schemeClr val="lt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196" name="Google Shape;196;p35"/>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197" name="Google Shape;197;p35"/>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pic>
        <p:nvPicPr>
          <p:cNvPr id="198" name="Google Shape;198;p35"/>
          <p:cNvPicPr preferRelativeResize="0"/>
          <p:nvPr/>
        </p:nvPicPr>
        <p:blipFill rotWithShape="1">
          <a:blip r:embed="rId2">
            <a:alphaModFix/>
          </a:blip>
          <a:srcRect b="0" l="0" r="0" t="0"/>
          <a:stretch/>
        </p:blipFill>
        <p:spPr>
          <a:xfrm>
            <a:off x="469352" y="6097504"/>
            <a:ext cx="536038" cy="578456"/>
          </a:xfrm>
          <a:prstGeom prst="rect">
            <a:avLst/>
          </a:prstGeom>
          <a:noFill/>
          <a:ln>
            <a:noFill/>
          </a:ln>
        </p:spPr>
      </p:pic>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7 Statement - Red">
  <p:cSld name="Statement - Red">
    <p:bg>
      <p:bgPr>
        <a:solidFill>
          <a:schemeClr val="accent1"/>
        </a:solidFill>
      </p:bgPr>
    </p:bg>
    <p:spTree>
      <p:nvGrpSpPr>
        <p:cNvPr id="199" name="Shape 199"/>
        <p:cNvGrpSpPr/>
        <p:nvPr/>
      </p:nvGrpSpPr>
      <p:grpSpPr>
        <a:xfrm>
          <a:off x="0" y="0"/>
          <a:ext cx="0" cy="0"/>
          <a:chOff x="0" y="0"/>
          <a:chExt cx="0" cy="0"/>
        </a:xfrm>
      </p:grpSpPr>
      <p:sp>
        <p:nvSpPr>
          <p:cNvPr id="200" name="Google Shape;200;p36"/>
          <p:cNvSpPr txBox="1"/>
          <p:nvPr>
            <p:ph type="title"/>
          </p:nvPr>
        </p:nvSpPr>
        <p:spPr>
          <a:xfrm>
            <a:off x="609599" y="792479"/>
            <a:ext cx="9448800" cy="27432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lt1"/>
              </a:buClr>
              <a:buSzPts val="5300"/>
              <a:buFont typeface="Verizon NHG DS"/>
              <a:buNone/>
              <a:defRPr sz="5300">
                <a:solidFill>
                  <a:schemeClr val="lt1"/>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201" name="Google Shape;201;p36"/>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pic>
        <p:nvPicPr>
          <p:cNvPr id="202" name="Google Shape;202;p36"/>
          <p:cNvPicPr preferRelativeResize="0"/>
          <p:nvPr/>
        </p:nvPicPr>
        <p:blipFill rotWithShape="1">
          <a:blip r:embed="rId2">
            <a:alphaModFix/>
          </a:blip>
          <a:srcRect b="0" l="0" r="0" t="0"/>
          <a:stretch/>
        </p:blipFill>
        <p:spPr>
          <a:xfrm>
            <a:off x="469352" y="6097504"/>
            <a:ext cx="536032" cy="578456"/>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8 Q&amp;A">
  <p:cSld name="Q&amp;A">
    <p:bg>
      <p:bgPr>
        <a:solidFill>
          <a:schemeClr val="dk1"/>
        </a:solidFill>
      </p:bgPr>
    </p:bg>
    <p:spTree>
      <p:nvGrpSpPr>
        <p:cNvPr id="203" name="Shape 203"/>
        <p:cNvGrpSpPr/>
        <p:nvPr/>
      </p:nvGrpSpPr>
      <p:grpSpPr>
        <a:xfrm>
          <a:off x="0" y="0"/>
          <a:ext cx="0" cy="0"/>
          <a:chOff x="0" y="0"/>
          <a:chExt cx="0" cy="0"/>
        </a:xfrm>
      </p:grpSpPr>
      <p:pic>
        <p:nvPicPr>
          <p:cNvPr id="204" name="Google Shape;204;p37"/>
          <p:cNvPicPr preferRelativeResize="0"/>
          <p:nvPr/>
        </p:nvPicPr>
        <p:blipFill rotWithShape="1">
          <a:blip r:embed="rId2">
            <a:alphaModFix/>
          </a:blip>
          <a:srcRect b="0" l="0" r="0" t="0"/>
          <a:stretch/>
        </p:blipFill>
        <p:spPr>
          <a:xfrm>
            <a:off x="8467" y="8467"/>
            <a:ext cx="12175069" cy="6841065"/>
          </a:xfrm>
          <a:prstGeom prst="rect">
            <a:avLst/>
          </a:prstGeom>
          <a:noFill/>
          <a:ln>
            <a:noFill/>
          </a:ln>
        </p:spPr>
      </p:pic>
      <p:sp>
        <p:nvSpPr>
          <p:cNvPr id="205" name="Google Shape;205;p37"/>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206" name="Google Shape;206;p37"/>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pic>
        <p:nvPicPr>
          <p:cNvPr id="207" name="Google Shape;207;p37"/>
          <p:cNvPicPr preferRelativeResize="0"/>
          <p:nvPr/>
        </p:nvPicPr>
        <p:blipFill rotWithShape="1">
          <a:blip r:embed="rId3">
            <a:alphaModFix/>
          </a:blip>
          <a:srcRect b="0" l="0" r="0" t="0"/>
          <a:stretch/>
        </p:blipFill>
        <p:spPr>
          <a:xfrm>
            <a:off x="469352" y="6097504"/>
            <a:ext cx="536038" cy="578456"/>
          </a:xfrm>
          <a:prstGeom prst="rect">
            <a:avLst/>
          </a:prstGeom>
          <a:noFill/>
          <a:ln>
            <a:noFill/>
          </a:ln>
        </p:spPr>
      </p:pic>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9 Appendix">
  <p:cSld name="Appendix">
    <p:bg>
      <p:bgPr>
        <a:solidFill>
          <a:schemeClr val="dk1"/>
        </a:solidFill>
      </p:bgPr>
    </p:bg>
    <p:spTree>
      <p:nvGrpSpPr>
        <p:cNvPr id="208" name="Shape 208"/>
        <p:cNvGrpSpPr/>
        <p:nvPr/>
      </p:nvGrpSpPr>
      <p:grpSpPr>
        <a:xfrm>
          <a:off x="0" y="0"/>
          <a:ext cx="0" cy="0"/>
          <a:chOff x="0" y="0"/>
          <a:chExt cx="0" cy="0"/>
        </a:xfrm>
      </p:grpSpPr>
      <p:pic>
        <p:nvPicPr>
          <p:cNvPr id="209" name="Google Shape;209;p38"/>
          <p:cNvPicPr preferRelativeResize="0"/>
          <p:nvPr/>
        </p:nvPicPr>
        <p:blipFill rotWithShape="1">
          <a:blip r:embed="rId2">
            <a:alphaModFix/>
          </a:blip>
          <a:srcRect b="0" l="0" r="0" t="0"/>
          <a:stretch/>
        </p:blipFill>
        <p:spPr>
          <a:xfrm>
            <a:off x="8467" y="8467"/>
            <a:ext cx="12175069" cy="6841065"/>
          </a:xfrm>
          <a:prstGeom prst="rect">
            <a:avLst/>
          </a:prstGeom>
          <a:noFill/>
          <a:ln>
            <a:noFill/>
          </a:ln>
        </p:spPr>
      </p:pic>
      <p:sp>
        <p:nvSpPr>
          <p:cNvPr id="210" name="Google Shape;210;p38"/>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211" name="Google Shape;211;p38"/>
          <p:cNvSpPr/>
          <p:nvPr/>
        </p:nvSpPr>
        <p:spPr>
          <a:xfrm>
            <a:off x="144651" y="6042136"/>
            <a:ext cx="3450900" cy="7608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sp>
        <p:nvSpPr>
          <p:cNvPr id="212" name="Google Shape;212;p38"/>
          <p:cNvSpPr txBox="1"/>
          <p:nvPr/>
        </p:nvSpPr>
        <p:spPr>
          <a:xfrm>
            <a:off x="1349789"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pic>
        <p:nvPicPr>
          <p:cNvPr id="213" name="Google Shape;213;p38"/>
          <p:cNvPicPr preferRelativeResize="0"/>
          <p:nvPr/>
        </p:nvPicPr>
        <p:blipFill rotWithShape="1">
          <a:blip r:embed="rId3">
            <a:alphaModFix/>
          </a:blip>
          <a:srcRect b="0" l="0" r="0" t="0"/>
          <a:stretch/>
        </p:blipFill>
        <p:spPr>
          <a:xfrm>
            <a:off x="469352" y="6097504"/>
            <a:ext cx="536038" cy="578456"/>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 Purpose">
  <p:cSld name="Purpose-Positive">
    <p:spTree>
      <p:nvGrpSpPr>
        <p:cNvPr id="214" name="Shape 214"/>
        <p:cNvGrpSpPr/>
        <p:nvPr/>
      </p:nvGrpSpPr>
      <p:grpSpPr>
        <a:xfrm>
          <a:off x="0" y="0"/>
          <a:ext cx="0" cy="0"/>
          <a:chOff x="0" y="0"/>
          <a:chExt cx="0" cy="0"/>
        </a:xfrm>
      </p:grpSpPr>
      <p:pic>
        <p:nvPicPr>
          <p:cNvPr id="215" name="Google Shape;215;p39"/>
          <p:cNvPicPr preferRelativeResize="0"/>
          <p:nvPr/>
        </p:nvPicPr>
        <p:blipFill rotWithShape="1">
          <a:blip r:embed="rId2">
            <a:alphaModFix/>
          </a:blip>
          <a:srcRect b="0" l="0" r="0" t="0"/>
          <a:stretch/>
        </p:blipFill>
        <p:spPr>
          <a:xfrm>
            <a:off x="4278816" y="2128220"/>
            <a:ext cx="3634365" cy="2601567"/>
          </a:xfrm>
          <a:prstGeom prst="rect">
            <a:avLst/>
          </a:prstGeom>
          <a:noFill/>
          <a:ln>
            <a:noFill/>
          </a:ln>
        </p:spPr>
      </p:pic>
      <p:sp>
        <p:nvSpPr>
          <p:cNvPr id="216" name="Google Shape;216;p39"/>
          <p:cNvSpPr/>
          <p:nvPr/>
        </p:nvSpPr>
        <p:spPr>
          <a:xfrm>
            <a:off x="421679" y="6132668"/>
            <a:ext cx="8580300" cy="531600"/>
          </a:xfrm>
          <a:prstGeom prst="rect">
            <a:avLst/>
          </a:prstGeom>
          <a:solidFill>
            <a:srgbClr val="FFFFFF"/>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1 Purpose - Reverse">
  <p:cSld name="Purpose-Reverse">
    <p:bg>
      <p:bgPr>
        <a:solidFill>
          <a:schemeClr val="dk1"/>
        </a:solidFill>
      </p:bgPr>
    </p:bg>
    <p:spTree>
      <p:nvGrpSpPr>
        <p:cNvPr id="217" name="Shape 217"/>
        <p:cNvGrpSpPr/>
        <p:nvPr/>
      </p:nvGrpSpPr>
      <p:grpSpPr>
        <a:xfrm>
          <a:off x="0" y="0"/>
          <a:ext cx="0" cy="0"/>
          <a:chOff x="0" y="0"/>
          <a:chExt cx="0" cy="0"/>
        </a:xfrm>
      </p:grpSpPr>
      <p:pic>
        <p:nvPicPr>
          <p:cNvPr id="218" name="Google Shape;218;p40"/>
          <p:cNvPicPr preferRelativeResize="0"/>
          <p:nvPr/>
        </p:nvPicPr>
        <p:blipFill rotWithShape="1">
          <a:blip r:embed="rId2">
            <a:alphaModFix/>
          </a:blip>
          <a:srcRect b="0" l="0" r="0" t="0"/>
          <a:stretch/>
        </p:blipFill>
        <p:spPr>
          <a:xfrm>
            <a:off x="4278816" y="2128220"/>
            <a:ext cx="3634365" cy="2601567"/>
          </a:xfrm>
          <a:prstGeom prst="rect">
            <a:avLst/>
          </a:prstGeom>
          <a:noFill/>
          <a:ln>
            <a:noFill/>
          </a:ln>
        </p:spPr>
      </p:pic>
      <p:sp>
        <p:nvSpPr>
          <p:cNvPr id="219" name="Google Shape;219;p40"/>
          <p:cNvSpPr/>
          <p:nvPr/>
        </p:nvSpPr>
        <p:spPr>
          <a:xfrm>
            <a:off x="421679" y="6132668"/>
            <a:ext cx="8580300" cy="531600"/>
          </a:xfrm>
          <a:prstGeom prst="rect">
            <a:avLst/>
          </a:prstGeom>
          <a:solidFill>
            <a:srgbClr val="000000"/>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2 Forward Together">
  <p:cSld name="ForwardTogether-Positive">
    <p:spTree>
      <p:nvGrpSpPr>
        <p:cNvPr id="220" name="Shape 220"/>
        <p:cNvGrpSpPr/>
        <p:nvPr/>
      </p:nvGrpSpPr>
      <p:grpSpPr>
        <a:xfrm>
          <a:off x="0" y="0"/>
          <a:ext cx="0" cy="0"/>
          <a:chOff x="0" y="0"/>
          <a:chExt cx="0" cy="0"/>
        </a:xfrm>
      </p:grpSpPr>
      <p:pic>
        <p:nvPicPr>
          <p:cNvPr id="221" name="Google Shape;221;p41"/>
          <p:cNvPicPr preferRelativeResize="0"/>
          <p:nvPr/>
        </p:nvPicPr>
        <p:blipFill rotWithShape="1">
          <a:blip r:embed="rId2">
            <a:alphaModFix/>
          </a:blip>
          <a:srcRect b="0" l="0" r="0" t="0"/>
          <a:stretch/>
        </p:blipFill>
        <p:spPr>
          <a:xfrm>
            <a:off x="2385451" y="780151"/>
            <a:ext cx="7421097" cy="5297700"/>
          </a:xfrm>
          <a:prstGeom prst="rect">
            <a:avLst/>
          </a:prstGeom>
          <a:noFill/>
          <a:ln>
            <a:noFill/>
          </a:ln>
        </p:spPr>
      </p:pic>
      <p:sp>
        <p:nvSpPr>
          <p:cNvPr id="222" name="Google Shape;222;p41"/>
          <p:cNvSpPr/>
          <p:nvPr/>
        </p:nvSpPr>
        <p:spPr>
          <a:xfrm>
            <a:off x="421679" y="6132668"/>
            <a:ext cx="8580300" cy="531600"/>
          </a:xfrm>
          <a:prstGeom prst="rect">
            <a:avLst/>
          </a:prstGeom>
          <a:solidFill>
            <a:srgbClr val="FFFFFF"/>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3 Forward Together - Reverse">
  <p:cSld name="ForwardTogether-Reverse">
    <p:bg>
      <p:bgPr>
        <a:solidFill>
          <a:schemeClr val="dk1"/>
        </a:solidFill>
      </p:bgPr>
    </p:bg>
    <p:spTree>
      <p:nvGrpSpPr>
        <p:cNvPr id="223" name="Shape 223"/>
        <p:cNvGrpSpPr/>
        <p:nvPr/>
      </p:nvGrpSpPr>
      <p:grpSpPr>
        <a:xfrm>
          <a:off x="0" y="0"/>
          <a:ext cx="0" cy="0"/>
          <a:chOff x="0" y="0"/>
          <a:chExt cx="0" cy="0"/>
        </a:xfrm>
      </p:grpSpPr>
      <p:pic>
        <p:nvPicPr>
          <p:cNvPr id="224" name="Google Shape;224;p42"/>
          <p:cNvPicPr preferRelativeResize="0"/>
          <p:nvPr/>
        </p:nvPicPr>
        <p:blipFill rotWithShape="1">
          <a:blip r:embed="rId2">
            <a:alphaModFix/>
          </a:blip>
          <a:srcRect b="0" l="0" r="0" t="0"/>
          <a:stretch/>
        </p:blipFill>
        <p:spPr>
          <a:xfrm>
            <a:off x="2385451" y="780151"/>
            <a:ext cx="7421097" cy="5297700"/>
          </a:xfrm>
          <a:prstGeom prst="rect">
            <a:avLst/>
          </a:prstGeom>
          <a:noFill/>
          <a:ln>
            <a:noFill/>
          </a:ln>
        </p:spPr>
      </p:pic>
      <p:sp>
        <p:nvSpPr>
          <p:cNvPr id="225" name="Google Shape;225;p42"/>
          <p:cNvSpPr/>
          <p:nvPr/>
        </p:nvSpPr>
        <p:spPr>
          <a:xfrm>
            <a:off x="421679" y="6132668"/>
            <a:ext cx="8580300" cy="531600"/>
          </a:xfrm>
          <a:prstGeom prst="rect">
            <a:avLst/>
          </a:prstGeom>
          <a:solidFill>
            <a:srgbClr val="000000"/>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4 #ForwardTogether">
  <p:cSld name="#ForwardTogether-Positive">
    <p:spTree>
      <p:nvGrpSpPr>
        <p:cNvPr id="226" name="Shape 226"/>
        <p:cNvGrpSpPr/>
        <p:nvPr/>
      </p:nvGrpSpPr>
      <p:grpSpPr>
        <a:xfrm>
          <a:off x="0" y="0"/>
          <a:ext cx="0" cy="0"/>
          <a:chOff x="0" y="0"/>
          <a:chExt cx="0" cy="0"/>
        </a:xfrm>
      </p:grpSpPr>
      <p:pic>
        <p:nvPicPr>
          <p:cNvPr id="227" name="Google Shape;227;p43"/>
          <p:cNvPicPr preferRelativeResize="0"/>
          <p:nvPr/>
        </p:nvPicPr>
        <p:blipFill rotWithShape="1">
          <a:blip r:embed="rId2">
            <a:alphaModFix/>
          </a:blip>
          <a:srcRect b="0" l="0" r="0" t="0"/>
          <a:stretch/>
        </p:blipFill>
        <p:spPr>
          <a:xfrm>
            <a:off x="2546367" y="2792900"/>
            <a:ext cx="7099269" cy="1272201"/>
          </a:xfrm>
          <a:prstGeom prst="rect">
            <a:avLst/>
          </a:prstGeom>
          <a:noFill/>
          <a:ln>
            <a:noFill/>
          </a:ln>
        </p:spPr>
      </p:pic>
      <p:sp>
        <p:nvSpPr>
          <p:cNvPr id="228" name="Google Shape;228;p43"/>
          <p:cNvSpPr/>
          <p:nvPr/>
        </p:nvSpPr>
        <p:spPr>
          <a:xfrm>
            <a:off x="421679" y="6132668"/>
            <a:ext cx="8580300" cy="531600"/>
          </a:xfrm>
          <a:prstGeom prst="rect">
            <a:avLst/>
          </a:prstGeom>
          <a:solidFill>
            <a:srgbClr val="FFFFFF"/>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5 #ForwardTogether - Reverse">
  <p:cSld name="#ForwardTogether-Reverse">
    <p:bg>
      <p:bgPr>
        <a:solidFill>
          <a:schemeClr val="dk1"/>
        </a:solidFill>
      </p:bgPr>
    </p:bg>
    <p:spTree>
      <p:nvGrpSpPr>
        <p:cNvPr id="229" name="Shape 229"/>
        <p:cNvGrpSpPr/>
        <p:nvPr/>
      </p:nvGrpSpPr>
      <p:grpSpPr>
        <a:xfrm>
          <a:off x="0" y="0"/>
          <a:ext cx="0" cy="0"/>
          <a:chOff x="0" y="0"/>
          <a:chExt cx="0" cy="0"/>
        </a:xfrm>
      </p:grpSpPr>
      <p:pic>
        <p:nvPicPr>
          <p:cNvPr id="230" name="Google Shape;230;p44"/>
          <p:cNvPicPr preferRelativeResize="0"/>
          <p:nvPr/>
        </p:nvPicPr>
        <p:blipFill rotWithShape="1">
          <a:blip r:embed="rId2">
            <a:alphaModFix/>
          </a:blip>
          <a:srcRect b="0" l="0" r="0" t="0"/>
          <a:stretch/>
        </p:blipFill>
        <p:spPr>
          <a:xfrm>
            <a:off x="2546367" y="2792900"/>
            <a:ext cx="7099269" cy="1272201"/>
          </a:xfrm>
          <a:prstGeom prst="rect">
            <a:avLst/>
          </a:prstGeom>
          <a:noFill/>
          <a:ln>
            <a:noFill/>
          </a:ln>
        </p:spPr>
      </p:pic>
      <p:sp>
        <p:nvSpPr>
          <p:cNvPr id="231" name="Google Shape;231;p44"/>
          <p:cNvSpPr/>
          <p:nvPr/>
        </p:nvSpPr>
        <p:spPr>
          <a:xfrm>
            <a:off x="421679" y="6132668"/>
            <a:ext cx="8580300" cy="531600"/>
          </a:xfrm>
          <a:prstGeom prst="rect">
            <a:avLst/>
          </a:prstGeom>
          <a:solidFill>
            <a:srgbClr val="000000"/>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6 Sign Off">
  <p:cSld name="Sign Off">
    <p:spTree>
      <p:nvGrpSpPr>
        <p:cNvPr id="232" name="Shape 232"/>
        <p:cNvGrpSpPr/>
        <p:nvPr/>
      </p:nvGrpSpPr>
      <p:grpSpPr>
        <a:xfrm>
          <a:off x="0" y="0"/>
          <a:ext cx="0" cy="0"/>
          <a:chOff x="0" y="0"/>
          <a:chExt cx="0" cy="0"/>
        </a:xfrm>
      </p:grpSpPr>
      <p:pic>
        <p:nvPicPr>
          <p:cNvPr id="233" name="Google Shape;233;p45"/>
          <p:cNvPicPr preferRelativeResize="0"/>
          <p:nvPr/>
        </p:nvPicPr>
        <p:blipFill rotWithShape="1">
          <a:blip r:embed="rId2">
            <a:alphaModFix/>
          </a:blip>
          <a:srcRect b="0" l="0" r="0" t="0"/>
          <a:stretch/>
        </p:blipFill>
        <p:spPr>
          <a:xfrm>
            <a:off x="4037263" y="2513081"/>
            <a:ext cx="4458850" cy="1652748"/>
          </a:xfrm>
          <a:prstGeom prst="rect">
            <a:avLst/>
          </a:prstGeom>
          <a:noFill/>
          <a:ln>
            <a:noFill/>
          </a:ln>
        </p:spPr>
      </p:pic>
      <p:sp>
        <p:nvSpPr>
          <p:cNvPr id="234" name="Google Shape;234;p45"/>
          <p:cNvSpPr/>
          <p:nvPr/>
        </p:nvSpPr>
        <p:spPr>
          <a:xfrm>
            <a:off x="421679" y="6132668"/>
            <a:ext cx="8580300" cy="531600"/>
          </a:xfrm>
          <a:prstGeom prst="rect">
            <a:avLst/>
          </a:prstGeom>
          <a:solidFill>
            <a:schemeClr val="lt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7 Sign Off - Reverse">
  <p:cSld name="Sign Off - Reverse">
    <p:bg>
      <p:bgPr>
        <a:solidFill>
          <a:schemeClr val="dk1"/>
        </a:solidFill>
      </p:bgPr>
    </p:bg>
    <p:spTree>
      <p:nvGrpSpPr>
        <p:cNvPr id="235" name="Shape 235"/>
        <p:cNvGrpSpPr/>
        <p:nvPr/>
      </p:nvGrpSpPr>
      <p:grpSpPr>
        <a:xfrm>
          <a:off x="0" y="0"/>
          <a:ext cx="0" cy="0"/>
          <a:chOff x="0" y="0"/>
          <a:chExt cx="0" cy="0"/>
        </a:xfrm>
      </p:grpSpPr>
      <p:pic>
        <p:nvPicPr>
          <p:cNvPr id="236" name="Google Shape;236;p46"/>
          <p:cNvPicPr preferRelativeResize="0"/>
          <p:nvPr/>
        </p:nvPicPr>
        <p:blipFill rotWithShape="1">
          <a:blip r:embed="rId2">
            <a:alphaModFix/>
          </a:blip>
          <a:srcRect b="0" l="0" r="0" t="0"/>
          <a:stretch/>
        </p:blipFill>
        <p:spPr>
          <a:xfrm>
            <a:off x="4037263" y="2513081"/>
            <a:ext cx="4458850" cy="1652748"/>
          </a:xfrm>
          <a:prstGeom prst="rect">
            <a:avLst/>
          </a:prstGeom>
          <a:noFill/>
          <a:ln>
            <a:noFill/>
          </a:ln>
        </p:spPr>
      </p:pic>
      <p:sp>
        <p:nvSpPr>
          <p:cNvPr id="237" name="Google Shape;237;p46"/>
          <p:cNvSpPr/>
          <p:nvPr/>
        </p:nvSpPr>
        <p:spPr>
          <a:xfrm>
            <a:off x="421679" y="6132668"/>
            <a:ext cx="8580300" cy="5316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9 External Sign Off - Reverse">
  <p:cSld name="External Sign Off - Reverse">
    <p:bg>
      <p:bgPr>
        <a:solidFill>
          <a:schemeClr val="dk1"/>
        </a:solidFill>
      </p:bgPr>
    </p:bg>
    <p:spTree>
      <p:nvGrpSpPr>
        <p:cNvPr id="238" name="Shape 238"/>
        <p:cNvGrpSpPr/>
        <p:nvPr/>
      </p:nvGrpSpPr>
      <p:grpSpPr>
        <a:xfrm>
          <a:off x="0" y="0"/>
          <a:ext cx="0" cy="0"/>
          <a:chOff x="0" y="0"/>
          <a:chExt cx="0" cy="0"/>
        </a:xfrm>
      </p:grpSpPr>
      <p:sp>
        <p:nvSpPr>
          <p:cNvPr id="239" name="Google Shape;239;p47"/>
          <p:cNvSpPr/>
          <p:nvPr/>
        </p:nvSpPr>
        <p:spPr>
          <a:xfrm>
            <a:off x="421679" y="6132668"/>
            <a:ext cx="8580300" cy="531600"/>
          </a:xfrm>
          <a:prstGeom prst="rect">
            <a:avLst/>
          </a:prstGeom>
          <a:solidFill>
            <a:srgbClr val="000000"/>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FFFFFF"/>
              </a:solidFill>
              <a:latin typeface="Verizon NHG TX"/>
              <a:ea typeface="Verizon NHG TX"/>
              <a:cs typeface="Verizon NHG TX"/>
              <a:sym typeface="Verizon NHG TX"/>
            </a:endParaRPr>
          </a:p>
        </p:txBody>
      </p:sp>
      <p:pic>
        <p:nvPicPr>
          <p:cNvPr id="240" name="Google Shape;240;p47"/>
          <p:cNvPicPr preferRelativeResize="0"/>
          <p:nvPr/>
        </p:nvPicPr>
        <p:blipFill rotWithShape="1">
          <a:blip r:embed="rId2">
            <a:alphaModFix/>
          </a:blip>
          <a:srcRect b="0" l="0" r="0" t="0"/>
          <a:stretch/>
        </p:blipFill>
        <p:spPr>
          <a:xfrm>
            <a:off x="2942833" y="96867"/>
            <a:ext cx="6306334" cy="6664269"/>
          </a:xfrm>
          <a:prstGeom prst="rect">
            <a:avLst/>
          </a:prstGeom>
          <a:noFill/>
          <a:ln>
            <a:noFill/>
          </a:ln>
        </p:spPr>
      </p:pic>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Reverse Section Header">
  <p:cSld name="Reverse Section Header">
    <p:bg>
      <p:bgPr>
        <a:solidFill>
          <a:schemeClr val="dk1"/>
        </a:solidFill>
      </p:bgPr>
    </p:bg>
    <p:spTree>
      <p:nvGrpSpPr>
        <p:cNvPr id="241" name="Shape 241"/>
        <p:cNvGrpSpPr/>
        <p:nvPr/>
      </p:nvGrpSpPr>
      <p:grpSpPr>
        <a:xfrm>
          <a:off x="0" y="0"/>
          <a:ext cx="0" cy="0"/>
          <a:chOff x="0" y="0"/>
          <a:chExt cx="0" cy="0"/>
        </a:xfrm>
      </p:grpSpPr>
      <p:sp>
        <p:nvSpPr>
          <p:cNvPr id="242" name="Google Shape;242;p48"/>
          <p:cNvSpPr txBox="1"/>
          <p:nvPr>
            <p:ph type="title"/>
          </p:nvPr>
        </p:nvSpPr>
        <p:spPr>
          <a:xfrm>
            <a:off x="609600" y="792479"/>
            <a:ext cx="9448800" cy="1884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lt2"/>
              </a:buClr>
              <a:buSzPts val="5300"/>
              <a:buFont typeface="Verizon NHG DS"/>
              <a:buNone/>
              <a:defRPr b="1" sz="5300" cap="none">
                <a:solidFill>
                  <a:schemeClr val="lt2"/>
                </a:solidFill>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243" name="Google Shape;243;p48"/>
          <p:cNvSpPr txBox="1"/>
          <p:nvPr>
            <p:ph idx="1" type="body"/>
          </p:nvPr>
        </p:nvSpPr>
        <p:spPr>
          <a:xfrm>
            <a:off x="609600" y="2743200"/>
            <a:ext cx="9448800" cy="31749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lt2"/>
              </a:buClr>
              <a:buSzPts val="2400"/>
              <a:buFont typeface="Verizon NHG TX"/>
              <a:buNone/>
              <a:defRPr b="0" i="0" sz="2400">
                <a:solidFill>
                  <a:schemeClr val="lt2"/>
                </a:solidFill>
                <a:latin typeface="Verizon NHG TX"/>
                <a:ea typeface="Verizon NHG TX"/>
                <a:cs typeface="Verizon NHG TX"/>
                <a:sym typeface="Verizon NHG TX"/>
              </a:defRPr>
            </a:lvl1pPr>
            <a:lvl2pPr indent="-228600" lvl="1" marL="914400" rtl="0" algn="l">
              <a:lnSpc>
                <a:spcPct val="100000"/>
              </a:lnSpc>
              <a:spcBef>
                <a:spcPts val="1200"/>
              </a:spcBef>
              <a:spcAft>
                <a:spcPts val="0"/>
              </a:spcAft>
              <a:buClr>
                <a:schemeClr val="lt2"/>
              </a:buClr>
              <a:buSzPts val="2400"/>
              <a:buFont typeface="Verizon NHG TX"/>
              <a:buNone/>
              <a:defRPr b="0" i="0" sz="2400">
                <a:solidFill>
                  <a:schemeClr val="lt2"/>
                </a:solidFill>
                <a:latin typeface="Verizon NHG TX"/>
                <a:ea typeface="Verizon NHG TX"/>
                <a:cs typeface="Verizon NHG TX"/>
                <a:sym typeface="Verizon NHG TX"/>
              </a:defRPr>
            </a:lvl2pPr>
            <a:lvl3pPr indent="-381000" lvl="2" marL="1371600" rtl="0" algn="l">
              <a:lnSpc>
                <a:spcPct val="100000"/>
              </a:lnSpc>
              <a:spcBef>
                <a:spcPts val="800"/>
              </a:spcBef>
              <a:spcAft>
                <a:spcPts val="0"/>
              </a:spcAft>
              <a:buClr>
                <a:schemeClr val="lt2"/>
              </a:buClr>
              <a:buSzPts val="2400"/>
              <a:buChar char="•"/>
              <a:defRPr b="0" i="0" sz="2400">
                <a:solidFill>
                  <a:schemeClr val="lt2"/>
                </a:solidFill>
                <a:latin typeface="Verizon NHG TX"/>
                <a:ea typeface="Verizon NHG TX"/>
                <a:cs typeface="Verizon NHG TX"/>
                <a:sym typeface="Verizon NHG TX"/>
              </a:defRPr>
            </a:lvl3pPr>
            <a:lvl4pPr indent="-381000" lvl="3" marL="1828800" rtl="0" algn="l">
              <a:lnSpc>
                <a:spcPct val="100000"/>
              </a:lnSpc>
              <a:spcBef>
                <a:spcPts val="800"/>
              </a:spcBef>
              <a:spcAft>
                <a:spcPts val="0"/>
              </a:spcAft>
              <a:buClr>
                <a:schemeClr val="lt2"/>
              </a:buClr>
              <a:buSzPts val="2400"/>
              <a:buChar char="–"/>
              <a:defRPr b="0" i="0" sz="2400">
                <a:solidFill>
                  <a:schemeClr val="lt2"/>
                </a:solidFill>
                <a:latin typeface="Verizon NHG TX"/>
                <a:ea typeface="Verizon NHG TX"/>
                <a:cs typeface="Verizon NHG TX"/>
                <a:sym typeface="Verizon NHG TX"/>
              </a:defRPr>
            </a:lvl4pPr>
            <a:lvl5pPr indent="-381000" lvl="4" marL="2286000" rtl="0" algn="l">
              <a:lnSpc>
                <a:spcPct val="100000"/>
              </a:lnSpc>
              <a:spcBef>
                <a:spcPts val="800"/>
              </a:spcBef>
              <a:spcAft>
                <a:spcPts val="0"/>
              </a:spcAft>
              <a:buClr>
                <a:schemeClr val="lt2"/>
              </a:buClr>
              <a:buSzPts val="2400"/>
              <a:buChar char="–"/>
              <a:defRPr b="0" i="0" sz="2400">
                <a:solidFill>
                  <a:schemeClr val="lt2"/>
                </a:solidFill>
                <a:latin typeface="Verizon NHG TX"/>
                <a:ea typeface="Verizon NHG TX"/>
                <a:cs typeface="Verizon NHG TX"/>
                <a:sym typeface="Verizon NHG TX"/>
              </a:defRPr>
            </a:lvl5pPr>
            <a:lvl6pPr indent="-381000" lvl="5" marL="2743200" rtl="0" algn="l">
              <a:lnSpc>
                <a:spcPct val="100000"/>
              </a:lnSpc>
              <a:spcBef>
                <a:spcPts val="800"/>
              </a:spcBef>
              <a:spcAft>
                <a:spcPts val="0"/>
              </a:spcAft>
              <a:buClr>
                <a:schemeClr val="dk1"/>
              </a:buClr>
              <a:buSzPts val="2400"/>
              <a:buChar char="–"/>
              <a:defRPr sz="2400"/>
            </a:lvl6pPr>
            <a:lvl7pPr indent="-381000" lvl="6" marL="3200400" rtl="0" algn="l">
              <a:lnSpc>
                <a:spcPct val="100000"/>
              </a:lnSpc>
              <a:spcBef>
                <a:spcPts val="800"/>
              </a:spcBef>
              <a:spcAft>
                <a:spcPts val="0"/>
              </a:spcAft>
              <a:buClr>
                <a:schemeClr val="dk1"/>
              </a:buClr>
              <a:buSzPts val="2400"/>
              <a:buChar char="–"/>
              <a:defRPr sz="2400"/>
            </a:lvl7pPr>
            <a:lvl8pPr indent="-381000" lvl="7" marL="3657600" rtl="0" algn="l">
              <a:lnSpc>
                <a:spcPct val="100000"/>
              </a:lnSpc>
              <a:spcBef>
                <a:spcPts val="800"/>
              </a:spcBef>
              <a:spcAft>
                <a:spcPts val="0"/>
              </a:spcAft>
              <a:buClr>
                <a:schemeClr val="dk1"/>
              </a:buClr>
              <a:buSzPts val="2400"/>
              <a:buChar char="–"/>
              <a:defRPr sz="2400"/>
            </a:lvl8pPr>
            <a:lvl9pPr indent="-381000" lvl="8" marL="4114800" rtl="0" algn="l">
              <a:lnSpc>
                <a:spcPct val="100000"/>
              </a:lnSpc>
              <a:spcBef>
                <a:spcPts val="800"/>
              </a:spcBef>
              <a:spcAft>
                <a:spcPts val="0"/>
              </a:spcAft>
              <a:buClr>
                <a:schemeClr val="dk1"/>
              </a:buClr>
              <a:buSzPts val="2400"/>
              <a:buChar char="–"/>
              <a:defRPr sz="2400"/>
            </a:lvl9pPr>
          </a:lstStyle>
          <a:p/>
        </p:txBody>
      </p:sp>
      <p:cxnSp>
        <p:nvCxnSpPr>
          <p:cNvPr id="244" name="Google Shape;244;p48"/>
          <p:cNvCxnSpPr/>
          <p:nvPr/>
        </p:nvCxnSpPr>
        <p:spPr>
          <a:xfrm>
            <a:off x="609600" y="609600"/>
            <a:ext cx="10972800" cy="0"/>
          </a:xfrm>
          <a:prstGeom prst="straightConnector1">
            <a:avLst/>
          </a:prstGeom>
          <a:noFill/>
          <a:ln cap="flat" cmpd="sng" w="47625">
            <a:solidFill>
              <a:schemeClr val="lt2"/>
            </a:solidFill>
            <a:prstDash val="solid"/>
            <a:round/>
            <a:headEnd len="sm" w="sm" type="none"/>
            <a:tailEnd len="sm" w="sm" type="none"/>
          </a:ln>
        </p:spPr>
      </p:cxnSp>
      <p:sp>
        <p:nvSpPr>
          <p:cNvPr id="245" name="Google Shape;245;p48"/>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lt2"/>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246" name="Google Shape;246;p48"/>
          <p:cNvSpPr/>
          <p:nvPr/>
        </p:nvSpPr>
        <p:spPr>
          <a:xfrm>
            <a:off x="144651" y="6042136"/>
            <a:ext cx="3450900" cy="760800"/>
          </a:xfrm>
          <a:prstGeom prst="rect">
            <a:avLst/>
          </a:prstGeom>
          <a:solidFill>
            <a:schemeClr val="dk1"/>
          </a:solidFill>
          <a:ln>
            <a:noFill/>
          </a:ln>
        </p:spPr>
        <p:txBody>
          <a:bodyPr anchorCtr="0" anchor="ctr" bIns="60925" lIns="121900" spcFirstLastPara="1" rIns="121900" wrap="square" tIns="609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chemeClr val="lt1"/>
              </a:solidFill>
              <a:latin typeface="Verizon NHG TX"/>
              <a:ea typeface="Verizon NHG TX"/>
              <a:cs typeface="Verizon NHG TX"/>
              <a:sym typeface="Verizon NHG TX"/>
            </a:endParaRPr>
          </a:p>
        </p:txBody>
      </p:sp>
      <p:pic>
        <p:nvPicPr>
          <p:cNvPr id="247" name="Google Shape;247;p48"/>
          <p:cNvPicPr preferRelativeResize="0"/>
          <p:nvPr/>
        </p:nvPicPr>
        <p:blipFill rotWithShape="1">
          <a:blip r:embed="rId2">
            <a:alphaModFix/>
          </a:blip>
          <a:srcRect b="0" l="0" r="0" t="0"/>
          <a:stretch/>
        </p:blipFill>
        <p:spPr>
          <a:xfrm>
            <a:off x="469896" y="6153439"/>
            <a:ext cx="1426465" cy="513116"/>
          </a:xfrm>
          <a:prstGeom prst="rect">
            <a:avLst/>
          </a:prstGeom>
          <a:noFill/>
          <a:ln>
            <a:noFill/>
          </a:ln>
        </p:spPr>
      </p:pic>
      <p:sp>
        <p:nvSpPr>
          <p:cNvPr id="248" name="Google Shape;248;p48"/>
          <p:cNvSpPr txBox="1"/>
          <p:nvPr/>
        </p:nvSpPr>
        <p:spPr>
          <a:xfrm>
            <a:off x="1778000" y="6266688"/>
            <a:ext cx="9499500" cy="2844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lt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lt1"/>
              </a:solidFill>
              <a:latin typeface="Verizon NHG DS"/>
              <a:ea typeface="Verizon NHG DS"/>
              <a:cs typeface="Verizon NHG DS"/>
              <a:sym typeface="Verizon NHG DS"/>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4">
  <p:cSld name="Title Only - Light_4">
    <p:spTree>
      <p:nvGrpSpPr>
        <p:cNvPr id="249" name="Shape 249"/>
        <p:cNvGrpSpPr/>
        <p:nvPr/>
      </p:nvGrpSpPr>
      <p:grpSpPr>
        <a:xfrm>
          <a:off x="0" y="0"/>
          <a:ext cx="0" cy="0"/>
          <a:chOff x="0" y="0"/>
          <a:chExt cx="0" cy="0"/>
        </a:xfrm>
      </p:grpSpPr>
      <p:sp>
        <p:nvSpPr>
          <p:cNvPr id="250" name="Google Shape;250;p49"/>
          <p:cNvSpPr txBox="1"/>
          <p:nvPr>
            <p:ph type="title"/>
          </p:nvPr>
        </p:nvSpPr>
        <p:spPr>
          <a:xfrm>
            <a:off x="381000" y="457200"/>
            <a:ext cx="11430000" cy="457200"/>
          </a:xfrm>
          <a:prstGeom prst="rect">
            <a:avLst/>
          </a:prstGeom>
          <a:noFill/>
          <a:ln>
            <a:noFill/>
          </a:ln>
        </p:spPr>
        <p:txBody>
          <a:bodyPr anchorCtr="0" anchor="t" bIns="38100" lIns="38100" spcFirstLastPara="1" rIns="38100" wrap="square" tIns="38100">
            <a:noAutofit/>
          </a:bodyPr>
          <a:lstStyle>
            <a:lvl1pPr lvl="0" rtl="0" algn="l">
              <a:lnSpc>
                <a:spcPct val="100000"/>
              </a:lnSpc>
              <a:spcBef>
                <a:spcPts val="0"/>
              </a:spcBef>
              <a:spcAft>
                <a:spcPts val="0"/>
              </a:spcAft>
              <a:buClr>
                <a:schemeClr val="dk1"/>
              </a:buClr>
              <a:buSzPts val="3300"/>
              <a:buFont typeface="Arial"/>
              <a:buNone/>
              <a:defRPr/>
            </a:lvl1pPr>
            <a:lvl2pPr lvl="1" rtl="0" algn="l">
              <a:lnSpc>
                <a:spcPct val="100000"/>
              </a:lnSpc>
              <a:spcBef>
                <a:spcPts val="0"/>
              </a:spcBef>
              <a:spcAft>
                <a:spcPts val="0"/>
              </a:spcAft>
              <a:buSzPts val="1200"/>
              <a:buNone/>
              <a:defRPr/>
            </a:lvl2pPr>
            <a:lvl3pPr lvl="2" rtl="0" algn="l">
              <a:lnSpc>
                <a:spcPct val="100000"/>
              </a:lnSpc>
              <a:spcBef>
                <a:spcPts val="0"/>
              </a:spcBef>
              <a:spcAft>
                <a:spcPts val="0"/>
              </a:spcAft>
              <a:buSzPts val="1200"/>
              <a:buNone/>
              <a:defRPr/>
            </a:lvl3pPr>
            <a:lvl4pPr lvl="3" rtl="0" algn="l">
              <a:lnSpc>
                <a:spcPct val="100000"/>
              </a:lnSpc>
              <a:spcBef>
                <a:spcPts val="0"/>
              </a:spcBef>
              <a:spcAft>
                <a:spcPts val="0"/>
              </a:spcAft>
              <a:buSzPts val="1200"/>
              <a:buNone/>
              <a:defRPr/>
            </a:lvl4pPr>
            <a:lvl5pPr lvl="4" rtl="0" algn="l">
              <a:lnSpc>
                <a:spcPct val="100000"/>
              </a:lnSpc>
              <a:spcBef>
                <a:spcPts val="0"/>
              </a:spcBef>
              <a:spcAft>
                <a:spcPts val="0"/>
              </a:spcAft>
              <a:buSzPts val="1200"/>
              <a:buNone/>
              <a:defRPr/>
            </a:lvl5pPr>
            <a:lvl6pPr lvl="5" rtl="0" algn="l">
              <a:lnSpc>
                <a:spcPct val="100000"/>
              </a:lnSpc>
              <a:spcBef>
                <a:spcPts val="0"/>
              </a:spcBef>
              <a:spcAft>
                <a:spcPts val="0"/>
              </a:spcAft>
              <a:buSzPts val="1200"/>
              <a:buNone/>
              <a:defRPr/>
            </a:lvl6pPr>
            <a:lvl7pPr lvl="6" rtl="0" algn="l">
              <a:lnSpc>
                <a:spcPct val="100000"/>
              </a:lnSpc>
              <a:spcBef>
                <a:spcPts val="0"/>
              </a:spcBef>
              <a:spcAft>
                <a:spcPts val="0"/>
              </a:spcAft>
              <a:buSzPts val="1200"/>
              <a:buNone/>
              <a:defRPr/>
            </a:lvl7pPr>
            <a:lvl8pPr lvl="7" rtl="0" algn="l">
              <a:lnSpc>
                <a:spcPct val="100000"/>
              </a:lnSpc>
              <a:spcBef>
                <a:spcPts val="0"/>
              </a:spcBef>
              <a:spcAft>
                <a:spcPts val="0"/>
              </a:spcAft>
              <a:buSzPts val="1200"/>
              <a:buNone/>
              <a:defRPr/>
            </a:lvl8pPr>
            <a:lvl9pPr lvl="8" rtl="0" algn="l">
              <a:lnSpc>
                <a:spcPct val="100000"/>
              </a:lnSpc>
              <a:spcBef>
                <a:spcPts val="0"/>
              </a:spcBef>
              <a:spcAft>
                <a:spcPts val="0"/>
              </a:spcAft>
              <a:buSzPts val="1200"/>
              <a:buNone/>
              <a:defRPr/>
            </a:lvl9pPr>
          </a:lstStyle>
          <a:p/>
        </p:txBody>
      </p:sp>
      <p:cxnSp>
        <p:nvCxnSpPr>
          <p:cNvPr id="251" name="Google Shape;251;p49"/>
          <p:cNvCxnSpPr/>
          <p:nvPr/>
        </p:nvCxnSpPr>
        <p:spPr>
          <a:xfrm>
            <a:off x="381000" y="381000"/>
            <a:ext cx="11430000" cy="0"/>
          </a:xfrm>
          <a:prstGeom prst="straightConnector1">
            <a:avLst/>
          </a:prstGeom>
          <a:noFill/>
          <a:ln cap="flat" cmpd="sng" w="50800">
            <a:solidFill>
              <a:schemeClr val="dk1"/>
            </a:solidFill>
            <a:prstDash val="solid"/>
            <a:miter lim="800000"/>
            <a:headEnd len="sm" w="sm" type="none"/>
            <a:tailEnd len="sm" w="sm" type="none"/>
          </a:ln>
        </p:spPr>
      </p:cxnSp>
      <p:sp>
        <p:nvSpPr>
          <p:cNvPr id="252" name="Google Shape;252;p49"/>
          <p:cNvSpPr txBox="1"/>
          <p:nvPr>
            <p:ph idx="12" type="sldNum"/>
          </p:nvPr>
        </p:nvSpPr>
        <p:spPr>
          <a:xfrm>
            <a:off x="11430000" y="6477000"/>
            <a:ext cx="381300" cy="228300"/>
          </a:xfrm>
          <a:prstGeom prst="rect">
            <a:avLst/>
          </a:prstGeom>
          <a:noFill/>
          <a:ln>
            <a:noFill/>
          </a:ln>
        </p:spPr>
        <p:txBody>
          <a:bodyPr anchorCtr="0" anchor="ctr" bIns="38100" lIns="76200" spcFirstLastPara="1" rIns="76200" wrap="square" tIns="38100">
            <a:noAutofit/>
          </a:bodyPr>
          <a:lstStyle>
            <a:lvl1pPr indent="0" lvl="0"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p:cSld name="Title Only - Light_5">
    <p:spTree>
      <p:nvGrpSpPr>
        <p:cNvPr id="253" name="Shape 253"/>
        <p:cNvGrpSpPr/>
        <p:nvPr/>
      </p:nvGrpSpPr>
      <p:grpSpPr>
        <a:xfrm>
          <a:off x="0" y="0"/>
          <a:ext cx="0" cy="0"/>
          <a:chOff x="0" y="0"/>
          <a:chExt cx="0" cy="0"/>
        </a:xfrm>
      </p:grpSpPr>
      <p:sp>
        <p:nvSpPr>
          <p:cNvPr id="254" name="Google Shape;254;p50"/>
          <p:cNvSpPr txBox="1"/>
          <p:nvPr>
            <p:ph type="title"/>
          </p:nvPr>
        </p:nvSpPr>
        <p:spPr>
          <a:xfrm>
            <a:off x="381000" y="457200"/>
            <a:ext cx="11430000" cy="457200"/>
          </a:xfrm>
          <a:prstGeom prst="rect">
            <a:avLst/>
          </a:prstGeom>
          <a:noFill/>
          <a:ln>
            <a:noFill/>
          </a:ln>
        </p:spPr>
        <p:txBody>
          <a:bodyPr anchorCtr="0" anchor="t" bIns="38100" lIns="38100" spcFirstLastPara="1" rIns="38100" wrap="square" tIns="38100">
            <a:noAutofit/>
          </a:bodyPr>
          <a:lstStyle>
            <a:lvl1pPr lvl="0" rtl="0" algn="l">
              <a:lnSpc>
                <a:spcPct val="100000"/>
              </a:lnSpc>
              <a:spcBef>
                <a:spcPts val="0"/>
              </a:spcBef>
              <a:spcAft>
                <a:spcPts val="0"/>
              </a:spcAft>
              <a:buClr>
                <a:schemeClr val="dk1"/>
              </a:buClr>
              <a:buSzPts val="3300"/>
              <a:buFont typeface="Arial"/>
              <a:buNone/>
              <a:defRPr/>
            </a:lvl1pPr>
            <a:lvl2pPr lvl="1" rtl="0" algn="l">
              <a:lnSpc>
                <a:spcPct val="100000"/>
              </a:lnSpc>
              <a:spcBef>
                <a:spcPts val="0"/>
              </a:spcBef>
              <a:spcAft>
                <a:spcPts val="0"/>
              </a:spcAft>
              <a:buSzPts val="1200"/>
              <a:buNone/>
              <a:defRPr/>
            </a:lvl2pPr>
            <a:lvl3pPr lvl="2" rtl="0" algn="l">
              <a:lnSpc>
                <a:spcPct val="100000"/>
              </a:lnSpc>
              <a:spcBef>
                <a:spcPts val="0"/>
              </a:spcBef>
              <a:spcAft>
                <a:spcPts val="0"/>
              </a:spcAft>
              <a:buSzPts val="1200"/>
              <a:buNone/>
              <a:defRPr/>
            </a:lvl3pPr>
            <a:lvl4pPr lvl="3" rtl="0" algn="l">
              <a:lnSpc>
                <a:spcPct val="100000"/>
              </a:lnSpc>
              <a:spcBef>
                <a:spcPts val="0"/>
              </a:spcBef>
              <a:spcAft>
                <a:spcPts val="0"/>
              </a:spcAft>
              <a:buSzPts val="1200"/>
              <a:buNone/>
              <a:defRPr/>
            </a:lvl4pPr>
            <a:lvl5pPr lvl="4" rtl="0" algn="l">
              <a:lnSpc>
                <a:spcPct val="100000"/>
              </a:lnSpc>
              <a:spcBef>
                <a:spcPts val="0"/>
              </a:spcBef>
              <a:spcAft>
                <a:spcPts val="0"/>
              </a:spcAft>
              <a:buSzPts val="1200"/>
              <a:buNone/>
              <a:defRPr/>
            </a:lvl5pPr>
            <a:lvl6pPr lvl="5" rtl="0" algn="l">
              <a:lnSpc>
                <a:spcPct val="100000"/>
              </a:lnSpc>
              <a:spcBef>
                <a:spcPts val="0"/>
              </a:spcBef>
              <a:spcAft>
                <a:spcPts val="0"/>
              </a:spcAft>
              <a:buSzPts val="1200"/>
              <a:buNone/>
              <a:defRPr/>
            </a:lvl6pPr>
            <a:lvl7pPr lvl="6" rtl="0" algn="l">
              <a:lnSpc>
                <a:spcPct val="100000"/>
              </a:lnSpc>
              <a:spcBef>
                <a:spcPts val="0"/>
              </a:spcBef>
              <a:spcAft>
                <a:spcPts val="0"/>
              </a:spcAft>
              <a:buSzPts val="1200"/>
              <a:buNone/>
              <a:defRPr/>
            </a:lvl7pPr>
            <a:lvl8pPr lvl="7" rtl="0" algn="l">
              <a:lnSpc>
                <a:spcPct val="100000"/>
              </a:lnSpc>
              <a:spcBef>
                <a:spcPts val="0"/>
              </a:spcBef>
              <a:spcAft>
                <a:spcPts val="0"/>
              </a:spcAft>
              <a:buSzPts val="1200"/>
              <a:buNone/>
              <a:defRPr/>
            </a:lvl8pPr>
            <a:lvl9pPr lvl="8" rtl="0" algn="l">
              <a:lnSpc>
                <a:spcPct val="100000"/>
              </a:lnSpc>
              <a:spcBef>
                <a:spcPts val="0"/>
              </a:spcBef>
              <a:spcAft>
                <a:spcPts val="0"/>
              </a:spcAft>
              <a:buSzPts val="1200"/>
              <a:buNone/>
              <a:defRPr/>
            </a:lvl9pPr>
          </a:lstStyle>
          <a:p/>
        </p:txBody>
      </p:sp>
      <p:cxnSp>
        <p:nvCxnSpPr>
          <p:cNvPr id="255" name="Google Shape;255;p50"/>
          <p:cNvCxnSpPr/>
          <p:nvPr/>
        </p:nvCxnSpPr>
        <p:spPr>
          <a:xfrm>
            <a:off x="381000" y="381000"/>
            <a:ext cx="11430000" cy="0"/>
          </a:xfrm>
          <a:prstGeom prst="straightConnector1">
            <a:avLst/>
          </a:prstGeom>
          <a:noFill/>
          <a:ln cap="flat" cmpd="sng" w="50800">
            <a:solidFill>
              <a:schemeClr val="dk1"/>
            </a:solidFill>
            <a:prstDash val="solid"/>
            <a:miter lim="800000"/>
            <a:headEnd len="sm" w="sm" type="none"/>
            <a:tailEnd len="sm" w="sm" type="none"/>
          </a:ln>
        </p:spPr>
      </p:cxnSp>
      <p:sp>
        <p:nvSpPr>
          <p:cNvPr id="256" name="Google Shape;256;p50"/>
          <p:cNvSpPr txBox="1"/>
          <p:nvPr>
            <p:ph idx="12" type="sldNum"/>
          </p:nvPr>
        </p:nvSpPr>
        <p:spPr>
          <a:xfrm>
            <a:off x="11430000" y="6477000"/>
            <a:ext cx="381300" cy="228300"/>
          </a:xfrm>
          <a:prstGeom prst="rect">
            <a:avLst/>
          </a:prstGeom>
          <a:noFill/>
          <a:ln>
            <a:noFill/>
          </a:ln>
        </p:spPr>
        <p:txBody>
          <a:bodyPr anchorCtr="0" anchor="ctr" bIns="38100" lIns="76200" spcFirstLastPara="1" rIns="76200" wrap="square" tIns="38100">
            <a:noAutofit/>
          </a:bodyPr>
          <a:lstStyle>
            <a:lvl1pPr indent="0" lvl="0"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Light 1">
  <p:cSld name="Title Only - Light_1">
    <p:spTree>
      <p:nvGrpSpPr>
        <p:cNvPr id="257" name="Shape 257"/>
        <p:cNvGrpSpPr/>
        <p:nvPr/>
      </p:nvGrpSpPr>
      <p:grpSpPr>
        <a:xfrm>
          <a:off x="0" y="0"/>
          <a:ext cx="0" cy="0"/>
          <a:chOff x="0" y="0"/>
          <a:chExt cx="0" cy="0"/>
        </a:xfrm>
      </p:grpSpPr>
      <p:sp>
        <p:nvSpPr>
          <p:cNvPr id="258" name="Google Shape;258;p51"/>
          <p:cNvSpPr txBox="1"/>
          <p:nvPr>
            <p:ph type="title"/>
          </p:nvPr>
        </p:nvSpPr>
        <p:spPr>
          <a:xfrm>
            <a:off x="381000" y="457200"/>
            <a:ext cx="11430000" cy="457200"/>
          </a:xfrm>
          <a:prstGeom prst="rect">
            <a:avLst/>
          </a:prstGeom>
          <a:noFill/>
          <a:ln>
            <a:noFill/>
          </a:ln>
        </p:spPr>
        <p:txBody>
          <a:bodyPr anchorCtr="0" anchor="t" bIns="38100" lIns="38100" spcFirstLastPara="1" rIns="38100" wrap="square" tIns="38100">
            <a:normAutofit/>
          </a:bodyPr>
          <a:lstStyle>
            <a:lvl1pPr lvl="0" rtl="0" algn="l">
              <a:lnSpc>
                <a:spcPct val="100000"/>
              </a:lnSpc>
              <a:spcBef>
                <a:spcPts val="0"/>
              </a:spcBef>
              <a:spcAft>
                <a:spcPts val="0"/>
              </a:spcAft>
              <a:buClr>
                <a:schemeClr val="dk1"/>
              </a:buClr>
              <a:buSzPts val="3300"/>
              <a:buFont typeface="Arial"/>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cxnSp>
        <p:nvCxnSpPr>
          <p:cNvPr id="259" name="Google Shape;259;p51"/>
          <p:cNvCxnSpPr/>
          <p:nvPr/>
        </p:nvCxnSpPr>
        <p:spPr>
          <a:xfrm>
            <a:off x="381000" y="381000"/>
            <a:ext cx="11430000" cy="0"/>
          </a:xfrm>
          <a:prstGeom prst="straightConnector1">
            <a:avLst/>
          </a:prstGeom>
          <a:noFill/>
          <a:ln cap="flat" cmpd="sng" w="50800">
            <a:solidFill>
              <a:schemeClr val="dk1"/>
            </a:solidFill>
            <a:prstDash val="solid"/>
            <a:miter lim="800000"/>
            <a:headEnd len="sm" w="sm" type="none"/>
            <a:tailEnd len="sm" w="sm" type="none"/>
          </a:ln>
        </p:spPr>
      </p:cxnSp>
      <p:sp>
        <p:nvSpPr>
          <p:cNvPr id="260" name="Google Shape;260;p51"/>
          <p:cNvSpPr txBox="1"/>
          <p:nvPr>
            <p:ph idx="12" type="sldNum"/>
          </p:nvPr>
        </p:nvSpPr>
        <p:spPr>
          <a:xfrm>
            <a:off x="11430000" y="6477000"/>
            <a:ext cx="381300" cy="228300"/>
          </a:xfrm>
          <a:prstGeom prst="rect">
            <a:avLst/>
          </a:prstGeom>
          <a:noFill/>
          <a:ln>
            <a:noFill/>
          </a:ln>
        </p:spPr>
        <p:txBody>
          <a:bodyPr anchorCtr="0" anchor="ctr" bIns="38100" lIns="76200" spcFirstLastPara="1" rIns="76200" wrap="square" tIns="38100">
            <a:noAutofit/>
          </a:bodyPr>
          <a:lstStyle>
            <a:lvl1pPr indent="0" lvl="0"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100"/>
              <a:buFont typeface="Arial"/>
              <a:buNone/>
              <a:defRPr b="1" i="0" sz="11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and One Picture">
  <p:cSld name="Text and One Picture">
    <p:spTree>
      <p:nvGrpSpPr>
        <p:cNvPr id="261" name="Shape 261"/>
        <p:cNvGrpSpPr/>
        <p:nvPr/>
      </p:nvGrpSpPr>
      <p:grpSpPr>
        <a:xfrm>
          <a:off x="0" y="0"/>
          <a:ext cx="0" cy="0"/>
          <a:chOff x="0" y="0"/>
          <a:chExt cx="0" cy="0"/>
        </a:xfrm>
      </p:grpSpPr>
      <p:sp>
        <p:nvSpPr>
          <p:cNvPr id="262" name="Google Shape;262;p52"/>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263" name="Google Shape;263;p52"/>
          <p:cNvSpPr/>
          <p:nvPr>
            <p:ph idx="2" type="pic"/>
          </p:nvPr>
        </p:nvSpPr>
        <p:spPr>
          <a:xfrm>
            <a:off x="6096000" y="1943100"/>
            <a:ext cx="5486400" cy="3543300"/>
          </a:xfrm>
          <a:prstGeom prst="rect">
            <a:avLst/>
          </a:prstGeom>
          <a:noFill/>
          <a:ln>
            <a:noFill/>
          </a:ln>
        </p:spPr>
      </p:sp>
      <p:sp>
        <p:nvSpPr>
          <p:cNvPr id="264" name="Google Shape;264;p52"/>
          <p:cNvSpPr txBox="1"/>
          <p:nvPr>
            <p:ph idx="1" type="body"/>
          </p:nvPr>
        </p:nvSpPr>
        <p:spPr>
          <a:xfrm>
            <a:off x="6096000" y="5539777"/>
            <a:ext cx="5486400" cy="3783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Clr>
                <a:schemeClr val="dk1"/>
              </a:buClr>
              <a:buSzPts val="900"/>
              <a:buFont typeface="Verizon NHG TX"/>
              <a:buNone/>
              <a:defRPr b="0" sz="900">
                <a:solidFill>
                  <a:schemeClr val="dk1"/>
                </a:solidFill>
              </a:defRPr>
            </a:lvl1pPr>
            <a:lvl2pPr indent="-228600" lvl="1" marL="914400" rtl="0" algn="l">
              <a:lnSpc>
                <a:spcPct val="100000"/>
              </a:lnSpc>
              <a:spcBef>
                <a:spcPts val="0"/>
              </a:spcBef>
              <a:spcAft>
                <a:spcPts val="0"/>
              </a:spcAft>
              <a:buClr>
                <a:schemeClr val="dk1"/>
              </a:buClr>
              <a:buSzPts val="900"/>
              <a:buFont typeface="Verizon NHG TX"/>
              <a:buNone/>
              <a:defRPr sz="900"/>
            </a:lvl2pPr>
            <a:lvl3pPr indent="-228600" lvl="2" marL="1371600" rtl="0" algn="l">
              <a:lnSpc>
                <a:spcPct val="100000"/>
              </a:lnSpc>
              <a:spcBef>
                <a:spcPts val="0"/>
              </a:spcBef>
              <a:spcAft>
                <a:spcPts val="0"/>
              </a:spcAft>
              <a:buClr>
                <a:schemeClr val="dk1"/>
              </a:buClr>
              <a:buSzPts val="900"/>
              <a:buFont typeface="Verizon NHG TX"/>
              <a:buNone/>
              <a:defRPr sz="900"/>
            </a:lvl3pPr>
            <a:lvl4pPr indent="-228600" lvl="3" marL="1828800" rtl="0" algn="l">
              <a:lnSpc>
                <a:spcPct val="100000"/>
              </a:lnSpc>
              <a:spcBef>
                <a:spcPts val="0"/>
              </a:spcBef>
              <a:spcAft>
                <a:spcPts val="0"/>
              </a:spcAft>
              <a:buClr>
                <a:schemeClr val="dk1"/>
              </a:buClr>
              <a:buSzPts val="900"/>
              <a:buFont typeface="Verizon NHG TX"/>
              <a:buNone/>
              <a:defRPr sz="900"/>
            </a:lvl4pPr>
            <a:lvl5pPr indent="-228600" lvl="4" marL="2286000" rtl="0" algn="l">
              <a:lnSpc>
                <a:spcPct val="100000"/>
              </a:lnSpc>
              <a:spcBef>
                <a:spcPts val="0"/>
              </a:spcBef>
              <a:spcAft>
                <a:spcPts val="0"/>
              </a:spcAft>
              <a:buClr>
                <a:schemeClr val="dk1"/>
              </a:buClr>
              <a:buSzPts val="900"/>
              <a:buFont typeface="Verizon NHG TX"/>
              <a:buNone/>
              <a:defRPr sz="900"/>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cxnSp>
        <p:nvCxnSpPr>
          <p:cNvPr id="265" name="Google Shape;265;p52"/>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266" name="Google Shape;266;p52"/>
          <p:cNvSpPr txBox="1"/>
          <p:nvPr>
            <p:ph idx="3" type="body"/>
          </p:nvPr>
        </p:nvSpPr>
        <p:spPr>
          <a:xfrm>
            <a:off x="609600" y="1946107"/>
            <a:ext cx="5244000" cy="39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1200"/>
              </a:spcBef>
              <a:spcAft>
                <a:spcPts val="0"/>
              </a:spcAft>
              <a:buClr>
                <a:schemeClr val="dk1"/>
              </a:buClr>
              <a:buSzPts val="2400"/>
              <a:buNone/>
              <a:defRPr/>
            </a:lvl1pPr>
            <a:lvl2pPr indent="-228600" lvl="1" marL="914400" rtl="0" algn="l">
              <a:lnSpc>
                <a:spcPct val="100000"/>
              </a:lnSpc>
              <a:spcBef>
                <a:spcPts val="1200"/>
              </a:spcBef>
              <a:spcAft>
                <a:spcPts val="0"/>
              </a:spcAft>
              <a:buClr>
                <a:schemeClr val="dk1"/>
              </a:buClr>
              <a:buSzPts val="2400"/>
              <a:buNone/>
              <a:defRPr/>
            </a:lvl2pPr>
            <a:lvl3pPr indent="-381000" lvl="2" marL="1371600" rtl="0" algn="l">
              <a:lnSpc>
                <a:spcPct val="100000"/>
              </a:lnSpc>
              <a:spcBef>
                <a:spcPts val="800"/>
              </a:spcBef>
              <a:spcAft>
                <a:spcPts val="0"/>
              </a:spcAft>
              <a:buClr>
                <a:schemeClr val="dk1"/>
              </a:buClr>
              <a:buSzPts val="2400"/>
              <a:buChar char="•"/>
              <a:defRPr/>
            </a:lvl3pPr>
            <a:lvl4pPr indent="-381000" lvl="3" marL="1828800" rtl="0" algn="l">
              <a:lnSpc>
                <a:spcPct val="100000"/>
              </a:lnSpc>
              <a:spcBef>
                <a:spcPts val="800"/>
              </a:spcBef>
              <a:spcAft>
                <a:spcPts val="0"/>
              </a:spcAft>
              <a:buClr>
                <a:schemeClr val="dk1"/>
              </a:buClr>
              <a:buSzPts val="2400"/>
              <a:buChar char="–"/>
              <a:defRPr/>
            </a:lvl4pPr>
            <a:lvl5pPr indent="-381000" lvl="4" marL="2286000" rtl="0" algn="l">
              <a:lnSpc>
                <a:spcPct val="100000"/>
              </a:lnSpc>
              <a:spcBef>
                <a:spcPts val="800"/>
              </a:spcBef>
              <a:spcAft>
                <a:spcPts val="0"/>
              </a:spcAft>
              <a:buClr>
                <a:schemeClr val="dk1"/>
              </a:buClr>
              <a:buSzPts val="2400"/>
              <a:buChar char="–"/>
              <a:defRPr/>
            </a:lvl5pPr>
            <a:lvl6pPr indent="-381000" lvl="5" marL="2743200" rtl="0" algn="l">
              <a:lnSpc>
                <a:spcPct val="100000"/>
              </a:lnSpc>
              <a:spcBef>
                <a:spcPts val="800"/>
              </a:spcBef>
              <a:spcAft>
                <a:spcPts val="0"/>
              </a:spcAft>
              <a:buClr>
                <a:schemeClr val="dk1"/>
              </a:buClr>
              <a:buSzPts val="2400"/>
              <a:buChar char="–"/>
              <a:defRPr/>
            </a:lvl6pPr>
            <a:lvl7pPr indent="-381000" lvl="6" marL="3200400" rtl="0" algn="l">
              <a:lnSpc>
                <a:spcPct val="100000"/>
              </a:lnSpc>
              <a:spcBef>
                <a:spcPts val="800"/>
              </a:spcBef>
              <a:spcAft>
                <a:spcPts val="0"/>
              </a:spcAft>
              <a:buClr>
                <a:schemeClr val="dk1"/>
              </a:buClr>
              <a:buSzPts val="2400"/>
              <a:buChar char="–"/>
              <a:defRPr/>
            </a:lvl7pPr>
            <a:lvl8pPr indent="-381000" lvl="7" marL="3657600" rtl="0" algn="l">
              <a:lnSpc>
                <a:spcPct val="100000"/>
              </a:lnSpc>
              <a:spcBef>
                <a:spcPts val="800"/>
              </a:spcBef>
              <a:spcAft>
                <a:spcPts val="0"/>
              </a:spcAft>
              <a:buClr>
                <a:schemeClr val="dk1"/>
              </a:buClr>
              <a:buSzPts val="2400"/>
              <a:buChar char="–"/>
              <a:defRPr/>
            </a:lvl8pPr>
            <a:lvl9pPr indent="-381000" lvl="8" marL="4114800" rtl="0" algn="l">
              <a:lnSpc>
                <a:spcPct val="100000"/>
              </a:lnSpc>
              <a:spcBef>
                <a:spcPts val="800"/>
              </a:spcBef>
              <a:spcAft>
                <a:spcPts val="0"/>
              </a:spcAft>
              <a:buClr>
                <a:schemeClr val="dk1"/>
              </a:buClr>
              <a:buSzPts val="2400"/>
              <a:buChar char="–"/>
              <a:defRPr/>
            </a:lvl9pPr>
          </a:lstStyle>
          <a:p/>
        </p:txBody>
      </p:sp>
      <p:sp>
        <p:nvSpPr>
          <p:cNvPr id="267" name="Google Shape;267;p52"/>
          <p:cNvSpPr txBox="1"/>
          <p:nvPr>
            <p:ph type="title"/>
          </p:nvPr>
        </p:nvSpPr>
        <p:spPr>
          <a:xfrm>
            <a:off x="609600" y="787400"/>
            <a:ext cx="9448800" cy="9144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_1">
    <p:spTree>
      <p:nvGrpSpPr>
        <p:cNvPr id="268" name="Shape 268"/>
        <p:cNvGrpSpPr/>
        <p:nvPr/>
      </p:nvGrpSpPr>
      <p:grpSpPr>
        <a:xfrm>
          <a:off x="0" y="0"/>
          <a:ext cx="0" cy="0"/>
          <a:chOff x="0" y="0"/>
          <a:chExt cx="0" cy="0"/>
        </a:xfrm>
      </p:grpSpPr>
      <p:cxnSp>
        <p:nvCxnSpPr>
          <p:cNvPr id="269" name="Google Shape;269;p53"/>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270" name="Google Shape;270;p53"/>
          <p:cNvSpPr txBox="1"/>
          <p:nvPr>
            <p:ph type="title"/>
          </p:nvPr>
        </p:nvSpPr>
        <p:spPr>
          <a:xfrm>
            <a:off x="609600" y="787400"/>
            <a:ext cx="10972800" cy="3939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271" name="Google Shape;271;p53"/>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Verizon NHG DS"/>
                <a:ea typeface="Verizon NHG DS"/>
                <a:cs typeface="Verizon NHG DS"/>
                <a:sym typeface="Verizon NHG DS"/>
              </a:rPr>
              <a:t>‹#›</a:t>
            </a:fld>
            <a:endParaRPr b="1" i="0" sz="900" u="none" cap="none" strike="noStrike">
              <a:solidFill>
                <a:srgbClr val="000000"/>
              </a:solidFill>
              <a:latin typeface="Verizon NHG DS"/>
              <a:ea typeface="Verizon NHG DS"/>
              <a:cs typeface="Verizon NHG DS"/>
              <a:sym typeface="Verizon NHG DS"/>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4">
  <p:cSld name="1_Title and Content_4">
    <p:spTree>
      <p:nvGrpSpPr>
        <p:cNvPr id="272" name="Shape 272"/>
        <p:cNvGrpSpPr/>
        <p:nvPr/>
      </p:nvGrpSpPr>
      <p:grpSpPr>
        <a:xfrm>
          <a:off x="0" y="0"/>
          <a:ext cx="0" cy="0"/>
          <a:chOff x="0" y="0"/>
          <a:chExt cx="0" cy="0"/>
        </a:xfrm>
      </p:grpSpPr>
      <p:cxnSp>
        <p:nvCxnSpPr>
          <p:cNvPr id="273" name="Google Shape;273;p54"/>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274" name="Google Shape;274;p54"/>
          <p:cNvSpPr txBox="1"/>
          <p:nvPr>
            <p:ph type="title"/>
          </p:nvPr>
        </p:nvSpPr>
        <p:spPr>
          <a:xfrm>
            <a:off x="609600" y="787400"/>
            <a:ext cx="10972800" cy="393900"/>
          </a:xfrm>
          <a:prstGeom prst="rect">
            <a:avLst/>
          </a:prstGeom>
          <a:noFill/>
          <a:ln>
            <a:noFill/>
          </a:ln>
        </p:spPr>
        <p:txBody>
          <a:bodyPr anchorCtr="0" anchor="t" bIns="0" lIns="0" spcFirstLastPara="1" rIns="0" wrap="square" tIns="0">
            <a:spAutoFit/>
          </a:bodyPr>
          <a:lstStyle>
            <a:lvl1pPr lvl="0" rtl="0" algn="l">
              <a:lnSpc>
                <a:spcPct val="80000"/>
              </a:lnSpc>
              <a:spcBef>
                <a:spcPts val="0"/>
              </a:spcBef>
              <a:spcAft>
                <a:spcPts val="0"/>
              </a:spcAft>
              <a:buClr>
                <a:schemeClr val="dk1"/>
              </a:buClr>
              <a:buSzPts val="2400"/>
              <a:buNone/>
              <a:defRPr/>
            </a:lvl1pPr>
            <a:lvl2pPr lvl="1" rtl="0" algn="l">
              <a:lnSpc>
                <a:spcPct val="100000"/>
              </a:lnSpc>
              <a:spcBef>
                <a:spcPts val="0"/>
              </a:spcBef>
              <a:spcAft>
                <a:spcPts val="0"/>
              </a:spcAft>
              <a:buSzPts val="1900"/>
              <a:buNone/>
              <a:defRPr/>
            </a:lvl2pPr>
            <a:lvl3pPr lvl="2" rtl="0" algn="l">
              <a:lnSpc>
                <a:spcPct val="100000"/>
              </a:lnSpc>
              <a:spcBef>
                <a:spcPts val="0"/>
              </a:spcBef>
              <a:spcAft>
                <a:spcPts val="0"/>
              </a:spcAft>
              <a:buSzPts val="1900"/>
              <a:buNone/>
              <a:defRPr/>
            </a:lvl3pPr>
            <a:lvl4pPr lvl="3" rtl="0" algn="l">
              <a:lnSpc>
                <a:spcPct val="100000"/>
              </a:lnSpc>
              <a:spcBef>
                <a:spcPts val="0"/>
              </a:spcBef>
              <a:spcAft>
                <a:spcPts val="0"/>
              </a:spcAft>
              <a:buSzPts val="1900"/>
              <a:buNone/>
              <a:defRPr/>
            </a:lvl4pPr>
            <a:lvl5pPr lvl="4" rtl="0" algn="l">
              <a:lnSpc>
                <a:spcPct val="100000"/>
              </a:lnSpc>
              <a:spcBef>
                <a:spcPts val="0"/>
              </a:spcBef>
              <a:spcAft>
                <a:spcPts val="0"/>
              </a:spcAft>
              <a:buSzPts val="1900"/>
              <a:buNone/>
              <a:defRPr/>
            </a:lvl5pPr>
            <a:lvl6pPr lvl="5" rtl="0" algn="l">
              <a:lnSpc>
                <a:spcPct val="100000"/>
              </a:lnSpc>
              <a:spcBef>
                <a:spcPts val="0"/>
              </a:spcBef>
              <a:spcAft>
                <a:spcPts val="0"/>
              </a:spcAft>
              <a:buSzPts val="1900"/>
              <a:buNone/>
              <a:defRPr/>
            </a:lvl6pPr>
            <a:lvl7pPr lvl="6" rtl="0" algn="l">
              <a:lnSpc>
                <a:spcPct val="100000"/>
              </a:lnSpc>
              <a:spcBef>
                <a:spcPts val="0"/>
              </a:spcBef>
              <a:spcAft>
                <a:spcPts val="0"/>
              </a:spcAft>
              <a:buSzPts val="1900"/>
              <a:buNone/>
              <a:defRPr/>
            </a:lvl7pPr>
            <a:lvl8pPr lvl="7" rtl="0" algn="l">
              <a:lnSpc>
                <a:spcPct val="100000"/>
              </a:lnSpc>
              <a:spcBef>
                <a:spcPts val="0"/>
              </a:spcBef>
              <a:spcAft>
                <a:spcPts val="0"/>
              </a:spcAft>
              <a:buSzPts val="1900"/>
              <a:buNone/>
              <a:defRPr/>
            </a:lvl8pPr>
            <a:lvl9pPr lvl="8" rtl="0" algn="l">
              <a:lnSpc>
                <a:spcPct val="100000"/>
              </a:lnSpc>
              <a:spcBef>
                <a:spcPts val="0"/>
              </a:spcBef>
              <a:spcAft>
                <a:spcPts val="0"/>
              </a:spcAft>
              <a:buSzPts val="1900"/>
              <a:buNone/>
              <a:defRPr/>
            </a:lvl9pPr>
          </a:lstStyle>
          <a:p/>
        </p:txBody>
      </p:sp>
      <p:sp>
        <p:nvSpPr>
          <p:cNvPr id="275" name="Google Shape;275;p54"/>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Arial"/>
              <a:buNone/>
            </a:pPr>
            <a:fld id="{00000000-1234-1234-1234-123412341234}" type="slidenum">
              <a:rPr b="1" i="0" lang="en-US" sz="900" u="none" cap="none" strike="noStrike">
                <a:solidFill>
                  <a:srgbClr val="000000"/>
                </a:solidFill>
                <a:latin typeface="Arial"/>
                <a:ea typeface="Arial"/>
                <a:cs typeface="Arial"/>
                <a:sym typeface="Arial"/>
              </a:rPr>
              <a:t>‹#›</a:t>
            </a:fld>
            <a:endParaRPr b="1" i="0" sz="900" u="none" cap="none" strike="noStrike">
              <a:solidFill>
                <a:srgbClr val="000000"/>
              </a:solidFill>
              <a:latin typeface="Arial"/>
              <a:ea typeface="Arial"/>
              <a:cs typeface="Arial"/>
              <a:sym typeface="Arial"/>
            </a:endParaRPr>
          </a:p>
        </p:txBody>
      </p:sp>
      <p:sp>
        <p:nvSpPr>
          <p:cNvPr id="276" name="Google Shape;276;p54"/>
          <p:cNvSpPr txBox="1"/>
          <p:nvPr>
            <p:ph idx="12" type="sldNum"/>
          </p:nvPr>
        </p:nvSpPr>
        <p:spPr>
          <a:xfrm>
            <a:off x="11409045" y="6333135"/>
            <a:ext cx="731700" cy="5247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rgbClr val="000000"/>
              </a:buClr>
              <a:buSzPts val="1700"/>
              <a:buFont typeface="Arial"/>
              <a:buNone/>
              <a:defRPr b="1" i="0" sz="17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2">
  <p:cSld name="1_Title and Content_14">
    <p:spTree>
      <p:nvGrpSpPr>
        <p:cNvPr id="277" name="Shape 277"/>
        <p:cNvGrpSpPr/>
        <p:nvPr/>
      </p:nvGrpSpPr>
      <p:grpSpPr>
        <a:xfrm>
          <a:off x="0" y="0"/>
          <a:ext cx="0" cy="0"/>
          <a:chOff x="0" y="0"/>
          <a:chExt cx="0" cy="0"/>
        </a:xfrm>
      </p:grpSpPr>
      <p:sp>
        <p:nvSpPr>
          <p:cNvPr id="278" name="Google Shape;278;p55"/>
          <p:cNvSpPr txBox="1"/>
          <p:nvPr>
            <p:ph idx="1" type="body"/>
          </p:nvPr>
        </p:nvSpPr>
        <p:spPr>
          <a:xfrm>
            <a:off x="609600" y="1803400"/>
            <a:ext cx="9448800" cy="41148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900"/>
              </a:spcBef>
              <a:spcAft>
                <a:spcPts val="0"/>
              </a:spcAft>
              <a:buSzPts val="1200"/>
              <a:buNone/>
              <a:defRPr/>
            </a:lvl1pPr>
            <a:lvl2pPr indent="-228600" lvl="1" marL="914400" rtl="0" algn="l">
              <a:lnSpc>
                <a:spcPct val="100000"/>
              </a:lnSpc>
              <a:spcBef>
                <a:spcPts val="900"/>
              </a:spcBef>
              <a:spcAft>
                <a:spcPts val="0"/>
              </a:spcAft>
              <a:buSzPts val="1200"/>
              <a:buNone/>
              <a:defRPr/>
            </a:lvl2pPr>
            <a:lvl3pPr indent="-304800" lvl="2" marL="1371600" rtl="0" algn="l">
              <a:lnSpc>
                <a:spcPct val="100000"/>
              </a:lnSpc>
              <a:spcBef>
                <a:spcPts val="700"/>
              </a:spcBef>
              <a:spcAft>
                <a:spcPts val="0"/>
              </a:spcAft>
              <a:buSzPts val="1200"/>
              <a:buChar char="•"/>
              <a:defRPr/>
            </a:lvl3pPr>
            <a:lvl4pPr indent="-304800" lvl="3" marL="1828800" rtl="0" algn="l">
              <a:lnSpc>
                <a:spcPct val="100000"/>
              </a:lnSpc>
              <a:spcBef>
                <a:spcPts val="700"/>
              </a:spcBef>
              <a:spcAft>
                <a:spcPts val="0"/>
              </a:spcAft>
              <a:buSzPts val="1200"/>
              <a:buChar char="–"/>
              <a:defRPr/>
            </a:lvl4pPr>
            <a:lvl5pPr indent="-304800" lvl="4" marL="2286000" rtl="0" algn="l">
              <a:lnSpc>
                <a:spcPct val="100000"/>
              </a:lnSpc>
              <a:spcBef>
                <a:spcPts val="700"/>
              </a:spcBef>
              <a:spcAft>
                <a:spcPts val="0"/>
              </a:spcAft>
              <a:buSzPts val="1200"/>
              <a:buChar char="–"/>
              <a:defRPr/>
            </a:lvl5pPr>
            <a:lvl6pPr indent="-304800" lvl="5" marL="2743200" rtl="0" algn="l">
              <a:lnSpc>
                <a:spcPct val="100000"/>
              </a:lnSpc>
              <a:spcBef>
                <a:spcPts val="700"/>
              </a:spcBef>
              <a:spcAft>
                <a:spcPts val="0"/>
              </a:spcAft>
              <a:buSzPts val="1200"/>
              <a:buChar char="–"/>
              <a:defRPr/>
            </a:lvl6pPr>
            <a:lvl7pPr indent="-304800" lvl="6" marL="3200400" rtl="0" algn="l">
              <a:lnSpc>
                <a:spcPct val="100000"/>
              </a:lnSpc>
              <a:spcBef>
                <a:spcPts val="700"/>
              </a:spcBef>
              <a:spcAft>
                <a:spcPts val="0"/>
              </a:spcAft>
              <a:buSzPts val="1200"/>
              <a:buChar char="–"/>
              <a:defRPr/>
            </a:lvl7pPr>
            <a:lvl8pPr indent="-304800" lvl="7" marL="3657600" rtl="0" algn="l">
              <a:lnSpc>
                <a:spcPct val="100000"/>
              </a:lnSpc>
              <a:spcBef>
                <a:spcPts val="700"/>
              </a:spcBef>
              <a:spcAft>
                <a:spcPts val="0"/>
              </a:spcAft>
              <a:buSzPts val="1200"/>
              <a:buChar char="–"/>
              <a:defRPr/>
            </a:lvl8pPr>
            <a:lvl9pPr indent="-304800" lvl="8" marL="4114800" rtl="0" algn="l">
              <a:lnSpc>
                <a:spcPct val="100000"/>
              </a:lnSpc>
              <a:spcBef>
                <a:spcPts val="700"/>
              </a:spcBef>
              <a:spcAft>
                <a:spcPts val="0"/>
              </a:spcAft>
              <a:buSzPts val="1200"/>
              <a:buChar char="–"/>
              <a:defRPr/>
            </a:lvl9pPr>
          </a:lstStyle>
          <a:p/>
        </p:txBody>
      </p:sp>
      <p:sp>
        <p:nvSpPr>
          <p:cNvPr id="279" name="Google Shape;279;p55"/>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7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cxnSp>
        <p:nvCxnSpPr>
          <p:cNvPr id="280" name="Google Shape;280;p55"/>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281" name="Google Shape;281;p55"/>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rtl="0" algn="l">
              <a:lnSpc>
                <a:spcPct val="80000"/>
              </a:lnSpc>
              <a:spcBef>
                <a:spcPts val="0"/>
              </a:spcBef>
              <a:spcAft>
                <a:spcPts val="0"/>
              </a:spcAft>
              <a:buSzPts val="2000"/>
              <a:buNone/>
              <a:defRPr/>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3">
  <p:cSld name="1_Title and Content_15">
    <p:spTree>
      <p:nvGrpSpPr>
        <p:cNvPr id="282" name="Shape 282"/>
        <p:cNvGrpSpPr/>
        <p:nvPr/>
      </p:nvGrpSpPr>
      <p:grpSpPr>
        <a:xfrm>
          <a:off x="0" y="0"/>
          <a:ext cx="0" cy="0"/>
          <a:chOff x="0" y="0"/>
          <a:chExt cx="0" cy="0"/>
        </a:xfrm>
      </p:grpSpPr>
      <p:cxnSp>
        <p:nvCxnSpPr>
          <p:cNvPr id="283" name="Google Shape;283;p56"/>
          <p:cNvCxnSpPr/>
          <p:nvPr/>
        </p:nvCxnSpPr>
        <p:spPr>
          <a:xfrm>
            <a:off x="609600" y="609600"/>
            <a:ext cx="10972800" cy="0"/>
          </a:xfrm>
          <a:prstGeom prst="straightConnector1">
            <a:avLst/>
          </a:prstGeom>
          <a:noFill/>
          <a:ln cap="flat" cmpd="sng" w="47625">
            <a:solidFill>
              <a:schemeClr val="dk1"/>
            </a:solidFill>
            <a:prstDash val="solid"/>
            <a:round/>
            <a:headEnd len="sm" w="sm" type="none"/>
            <a:tailEnd len="sm" w="sm" type="none"/>
          </a:ln>
        </p:spPr>
      </p:cxnSp>
      <p:sp>
        <p:nvSpPr>
          <p:cNvPr id="284" name="Google Shape;284;p56"/>
          <p:cNvSpPr txBox="1"/>
          <p:nvPr>
            <p:ph type="title"/>
          </p:nvPr>
        </p:nvSpPr>
        <p:spPr>
          <a:xfrm>
            <a:off x="609600" y="787401"/>
            <a:ext cx="10972800" cy="394500"/>
          </a:xfrm>
          <a:prstGeom prst="rect">
            <a:avLst/>
          </a:prstGeom>
          <a:noFill/>
          <a:ln>
            <a:noFill/>
          </a:ln>
        </p:spPr>
        <p:txBody>
          <a:bodyPr anchorCtr="0" anchor="t" bIns="0" lIns="0" spcFirstLastPara="1" rIns="0" wrap="square" tIns="0">
            <a:noAutofit/>
          </a:bodyPr>
          <a:lstStyle>
            <a:lvl1pPr lvl="0" rtl="0" algn="l">
              <a:lnSpc>
                <a:spcPct val="80000"/>
              </a:lnSpc>
              <a:spcBef>
                <a:spcPts val="0"/>
              </a:spcBef>
              <a:spcAft>
                <a:spcPts val="0"/>
              </a:spcAft>
              <a:buClr>
                <a:schemeClr val="dk1"/>
              </a:buClr>
              <a:buSzPts val="2300"/>
              <a:buNone/>
              <a:defRPr/>
            </a:lvl1pPr>
            <a:lvl2pPr lvl="1" rtl="0" algn="l">
              <a:lnSpc>
                <a:spcPct val="100000"/>
              </a:lnSpc>
              <a:spcBef>
                <a:spcPts val="0"/>
              </a:spcBef>
              <a:spcAft>
                <a:spcPts val="0"/>
              </a:spcAft>
              <a:buSzPts val="1700"/>
              <a:buNone/>
              <a:defRPr/>
            </a:lvl2pPr>
            <a:lvl3pPr lvl="2" rtl="0" algn="l">
              <a:lnSpc>
                <a:spcPct val="100000"/>
              </a:lnSpc>
              <a:spcBef>
                <a:spcPts val="0"/>
              </a:spcBef>
              <a:spcAft>
                <a:spcPts val="0"/>
              </a:spcAft>
              <a:buSzPts val="1700"/>
              <a:buNone/>
              <a:defRPr/>
            </a:lvl3pPr>
            <a:lvl4pPr lvl="3" rtl="0" algn="l">
              <a:lnSpc>
                <a:spcPct val="100000"/>
              </a:lnSpc>
              <a:spcBef>
                <a:spcPts val="0"/>
              </a:spcBef>
              <a:spcAft>
                <a:spcPts val="0"/>
              </a:spcAft>
              <a:buSzPts val="1700"/>
              <a:buNone/>
              <a:defRPr/>
            </a:lvl4pPr>
            <a:lvl5pPr lvl="4" rtl="0" algn="l">
              <a:lnSpc>
                <a:spcPct val="100000"/>
              </a:lnSpc>
              <a:spcBef>
                <a:spcPts val="0"/>
              </a:spcBef>
              <a:spcAft>
                <a:spcPts val="0"/>
              </a:spcAft>
              <a:buSzPts val="1700"/>
              <a:buNone/>
              <a:defRPr/>
            </a:lvl5pPr>
            <a:lvl6pPr lvl="5" rtl="0" algn="l">
              <a:lnSpc>
                <a:spcPct val="100000"/>
              </a:lnSpc>
              <a:spcBef>
                <a:spcPts val="0"/>
              </a:spcBef>
              <a:spcAft>
                <a:spcPts val="0"/>
              </a:spcAft>
              <a:buSzPts val="1700"/>
              <a:buNone/>
              <a:defRPr/>
            </a:lvl6pPr>
            <a:lvl7pPr lvl="6" rtl="0" algn="l">
              <a:lnSpc>
                <a:spcPct val="100000"/>
              </a:lnSpc>
              <a:spcBef>
                <a:spcPts val="0"/>
              </a:spcBef>
              <a:spcAft>
                <a:spcPts val="0"/>
              </a:spcAft>
              <a:buSzPts val="1700"/>
              <a:buNone/>
              <a:defRPr/>
            </a:lvl7pPr>
            <a:lvl8pPr lvl="7" rtl="0" algn="l">
              <a:lnSpc>
                <a:spcPct val="100000"/>
              </a:lnSpc>
              <a:spcBef>
                <a:spcPts val="0"/>
              </a:spcBef>
              <a:spcAft>
                <a:spcPts val="0"/>
              </a:spcAft>
              <a:buSzPts val="1700"/>
              <a:buNone/>
              <a:defRPr/>
            </a:lvl8pPr>
            <a:lvl9pPr lvl="8" rtl="0" algn="l">
              <a:lnSpc>
                <a:spcPct val="100000"/>
              </a:lnSpc>
              <a:spcBef>
                <a:spcPts val="0"/>
              </a:spcBef>
              <a:spcAft>
                <a:spcPts val="0"/>
              </a:spcAft>
              <a:buSzPts val="1700"/>
              <a:buNone/>
              <a:defRPr/>
            </a:lvl9pPr>
          </a:lstStyle>
          <a:p/>
        </p:txBody>
      </p:sp>
      <p:sp>
        <p:nvSpPr>
          <p:cNvPr id="285" name="Google Shape;285;p56"/>
          <p:cNvSpPr txBox="1"/>
          <p:nvPr/>
        </p:nvSpPr>
        <p:spPr>
          <a:xfrm>
            <a:off x="11277600" y="6266688"/>
            <a:ext cx="304800" cy="30480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900"/>
              <a:buFont typeface="Verizon NHG TX"/>
              <a:buNone/>
            </a:pPr>
            <a:fld id="{00000000-1234-1234-1234-123412341234}" type="slidenum">
              <a:rPr b="1" i="0" lang="en-US" sz="900" u="none" cap="none" strike="noStrike">
                <a:solidFill>
                  <a:srgbClr val="000000"/>
                </a:solidFill>
                <a:latin typeface="Verizon NHG TX"/>
                <a:ea typeface="Verizon NHG TX"/>
                <a:cs typeface="Verizon NHG TX"/>
                <a:sym typeface="Verizon NHG TX"/>
              </a:rPr>
              <a:t>‹#›</a:t>
            </a:fld>
            <a:endParaRPr b="1" i="0" sz="900" u="none" cap="none" strike="noStrike">
              <a:solidFill>
                <a:srgbClr val="000000"/>
              </a:solidFill>
              <a:latin typeface="Verizon NHG TX"/>
              <a:ea typeface="Verizon NHG TX"/>
              <a:cs typeface="Verizon NHG TX"/>
              <a:sym typeface="Verizon NHG TX"/>
            </a:endParaRPr>
          </a:p>
        </p:txBody>
      </p:sp>
      <p:sp>
        <p:nvSpPr>
          <p:cNvPr id="286" name="Google Shape;286;p56"/>
          <p:cNvSpPr txBox="1"/>
          <p:nvPr>
            <p:ph idx="12" type="sldNum"/>
          </p:nvPr>
        </p:nvSpPr>
        <p:spPr>
          <a:xfrm>
            <a:off x="11409045" y="6333135"/>
            <a:ext cx="731700" cy="524700"/>
          </a:xfrm>
          <a:prstGeom prst="rect">
            <a:avLst/>
          </a:prstGeom>
          <a:noFill/>
          <a:ln>
            <a:noFill/>
          </a:ln>
        </p:spPr>
        <p:txBody>
          <a:bodyPr anchorCtr="0" anchor="t" bIns="0" lIns="0" spcFirstLastPara="1" rIns="0" wrap="square" tIns="0">
            <a:noAutofit/>
          </a:bodyPr>
          <a:lstStyle>
            <a:lvl1pPr indent="0" lvl="0"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1pPr>
            <a:lvl2pPr indent="0" lvl="1"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2pPr>
            <a:lvl3pPr indent="0" lvl="2"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3pPr>
            <a:lvl4pPr indent="0" lvl="3"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4pPr>
            <a:lvl5pPr indent="0" lvl="4"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5pPr>
            <a:lvl6pPr indent="0" lvl="5"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6pPr>
            <a:lvl7pPr indent="0" lvl="6"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7pPr>
            <a:lvl8pPr indent="0" lvl="7"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8pPr>
            <a:lvl9pPr indent="0" lvl="8" marL="0" marR="0" rtl="0" algn="r">
              <a:lnSpc>
                <a:spcPct val="100000"/>
              </a:lnSpc>
              <a:spcBef>
                <a:spcPts val="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Body">
  <p:cSld name="Main Body">
    <p:spTree>
      <p:nvGrpSpPr>
        <p:cNvPr id="287" name="Shape 287"/>
        <p:cNvGrpSpPr/>
        <p:nvPr/>
      </p:nvGrpSpPr>
      <p:grpSpPr>
        <a:xfrm>
          <a:off x="0" y="0"/>
          <a:ext cx="0" cy="0"/>
          <a:chOff x="0" y="0"/>
          <a:chExt cx="0" cy="0"/>
        </a:xfrm>
      </p:grpSpPr>
      <p:sp>
        <p:nvSpPr>
          <p:cNvPr id="288" name="Google Shape;288;p57"/>
          <p:cNvSpPr txBox="1"/>
          <p:nvPr>
            <p:ph idx="1" type="body"/>
          </p:nvPr>
        </p:nvSpPr>
        <p:spPr>
          <a:xfrm>
            <a:off x="609600" y="1325889"/>
            <a:ext cx="10972800" cy="4937700"/>
          </a:xfrm>
          <a:prstGeom prst="rect">
            <a:avLst/>
          </a:prstGeom>
          <a:noFill/>
          <a:ln>
            <a:noFill/>
          </a:ln>
        </p:spPr>
        <p:txBody>
          <a:bodyPr anchorCtr="0" anchor="t" bIns="91425" lIns="91425" spcFirstLastPara="1" rIns="91425" wrap="square" tIns="91425">
            <a:normAutofit/>
          </a:bodyPr>
          <a:lstStyle>
            <a:lvl1pPr indent="-228600" lvl="0" marL="457200" marR="0" rtl="0" algn="l">
              <a:lnSpc>
                <a:spcPct val="100000"/>
              </a:lnSpc>
              <a:spcBef>
                <a:spcPts val="12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323850" lvl="1" marL="914400" marR="0" rtl="0" algn="l">
              <a:lnSpc>
                <a:spcPct val="100000"/>
              </a:lnSpc>
              <a:spcBef>
                <a:spcPts val="700"/>
              </a:spcBef>
              <a:spcAft>
                <a:spcPts val="0"/>
              </a:spcAft>
              <a:buClr>
                <a:schemeClr val="dk1"/>
              </a:buClr>
              <a:buSzPts val="1500"/>
              <a:buFont typeface="Arial"/>
              <a:buAutoNum type="arabicPeriod"/>
              <a:defRPr b="0" i="0" sz="1500" u="none" cap="none" strike="noStrike">
                <a:solidFill>
                  <a:schemeClr val="dk1"/>
                </a:solidFill>
                <a:latin typeface="Arial"/>
                <a:ea typeface="Arial"/>
                <a:cs typeface="Arial"/>
                <a:sym typeface="Arial"/>
              </a:defRPr>
            </a:lvl2pPr>
            <a:lvl3pPr indent="-228600" lvl="2" marL="1371600" marR="0" rtl="0" algn="l">
              <a:lnSpc>
                <a:spcPct val="100000"/>
              </a:lnSpc>
              <a:spcBef>
                <a:spcPts val="9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304800" lvl="3" marL="1828800" marR="0" rtl="0" algn="l">
              <a:lnSpc>
                <a:spcPct val="100000"/>
              </a:lnSpc>
              <a:spcBef>
                <a:spcPts val="700"/>
              </a:spcBef>
              <a:spcAft>
                <a:spcPts val="0"/>
              </a:spcAft>
              <a:buClr>
                <a:schemeClr val="dk1"/>
              </a:buClr>
              <a:buSzPts val="1200"/>
              <a:buFont typeface="Arial"/>
              <a:buAutoNum type="alphaLcPeriod"/>
              <a:defRPr b="0" i="0" sz="1200" u="none" cap="none" strike="noStrike">
                <a:solidFill>
                  <a:schemeClr val="dk1"/>
                </a:solidFill>
                <a:latin typeface="Arial"/>
                <a:ea typeface="Arial"/>
                <a:cs typeface="Arial"/>
                <a:sym typeface="Arial"/>
              </a:defRPr>
            </a:lvl4pPr>
            <a:lvl5pPr indent="-304800" lvl="4" marL="2286000" marR="0" rtl="0" algn="l">
              <a:lnSpc>
                <a:spcPct val="100000"/>
              </a:lnSpc>
              <a:spcBef>
                <a:spcPts val="700"/>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cxnSp>
        <p:nvCxnSpPr>
          <p:cNvPr id="289" name="Google Shape;289;p57"/>
          <p:cNvCxnSpPr/>
          <p:nvPr/>
        </p:nvCxnSpPr>
        <p:spPr>
          <a:xfrm>
            <a:off x="609600" y="457200"/>
            <a:ext cx="10972800" cy="0"/>
          </a:xfrm>
          <a:prstGeom prst="straightConnector1">
            <a:avLst/>
          </a:prstGeom>
          <a:noFill/>
          <a:ln cap="flat" cmpd="sng" w="47625">
            <a:solidFill>
              <a:schemeClr val="dk1"/>
            </a:solidFill>
            <a:prstDash val="solid"/>
            <a:round/>
            <a:headEnd len="sm" w="sm" type="none"/>
            <a:tailEnd len="sm" w="sm" type="none"/>
          </a:ln>
        </p:spPr>
      </p:cxnSp>
      <p:sp>
        <p:nvSpPr>
          <p:cNvPr id="290" name="Google Shape;290;p57"/>
          <p:cNvSpPr txBox="1"/>
          <p:nvPr>
            <p:ph type="title"/>
          </p:nvPr>
        </p:nvSpPr>
        <p:spPr>
          <a:xfrm>
            <a:off x="609600" y="548644"/>
            <a:ext cx="10972800" cy="685500"/>
          </a:xfrm>
          <a:prstGeom prst="rect">
            <a:avLst/>
          </a:prstGeom>
          <a:noFill/>
          <a:ln>
            <a:noFill/>
          </a:ln>
        </p:spPr>
        <p:txBody>
          <a:bodyPr anchorCtr="0" anchor="t" bIns="91425" lIns="91425" spcFirstLastPara="1" rIns="91425" wrap="square" tIns="91425">
            <a:normAutofit/>
          </a:bodyPr>
          <a:lstStyle>
            <a:lvl1pPr lvl="0" marR="0" rtl="0" algn="l">
              <a:lnSpc>
                <a:spcPct val="80000"/>
              </a:lnSpc>
              <a:spcBef>
                <a:spcPts val="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lvl="1" rtl="0" algn="l">
              <a:lnSpc>
                <a:spcPct val="100000"/>
              </a:lnSpc>
              <a:spcBef>
                <a:spcPts val="0"/>
              </a:spcBef>
              <a:spcAft>
                <a:spcPts val="0"/>
              </a:spcAft>
              <a:buSzPts val="1500"/>
              <a:buNone/>
              <a:defRPr sz="1900"/>
            </a:lvl2pPr>
            <a:lvl3pPr lvl="2" rtl="0" algn="l">
              <a:lnSpc>
                <a:spcPct val="100000"/>
              </a:lnSpc>
              <a:spcBef>
                <a:spcPts val="0"/>
              </a:spcBef>
              <a:spcAft>
                <a:spcPts val="0"/>
              </a:spcAft>
              <a:buSzPts val="1500"/>
              <a:buNone/>
              <a:defRPr sz="1900"/>
            </a:lvl3pPr>
            <a:lvl4pPr lvl="3" rtl="0" algn="l">
              <a:lnSpc>
                <a:spcPct val="100000"/>
              </a:lnSpc>
              <a:spcBef>
                <a:spcPts val="0"/>
              </a:spcBef>
              <a:spcAft>
                <a:spcPts val="0"/>
              </a:spcAft>
              <a:buSzPts val="1500"/>
              <a:buNone/>
              <a:defRPr sz="1900"/>
            </a:lvl4pPr>
            <a:lvl5pPr lvl="4" rtl="0" algn="l">
              <a:lnSpc>
                <a:spcPct val="100000"/>
              </a:lnSpc>
              <a:spcBef>
                <a:spcPts val="0"/>
              </a:spcBef>
              <a:spcAft>
                <a:spcPts val="0"/>
              </a:spcAft>
              <a:buSzPts val="1500"/>
              <a:buNone/>
              <a:defRPr sz="1900"/>
            </a:lvl5pPr>
            <a:lvl6pPr lvl="5" rtl="0" algn="l">
              <a:lnSpc>
                <a:spcPct val="100000"/>
              </a:lnSpc>
              <a:spcBef>
                <a:spcPts val="0"/>
              </a:spcBef>
              <a:spcAft>
                <a:spcPts val="0"/>
              </a:spcAft>
              <a:buSzPts val="1500"/>
              <a:buNone/>
              <a:defRPr sz="1900"/>
            </a:lvl6pPr>
            <a:lvl7pPr lvl="6" rtl="0" algn="l">
              <a:lnSpc>
                <a:spcPct val="100000"/>
              </a:lnSpc>
              <a:spcBef>
                <a:spcPts val="0"/>
              </a:spcBef>
              <a:spcAft>
                <a:spcPts val="0"/>
              </a:spcAft>
              <a:buSzPts val="1500"/>
              <a:buNone/>
              <a:defRPr sz="1900"/>
            </a:lvl7pPr>
            <a:lvl8pPr lvl="7" rtl="0" algn="l">
              <a:lnSpc>
                <a:spcPct val="100000"/>
              </a:lnSpc>
              <a:spcBef>
                <a:spcPts val="0"/>
              </a:spcBef>
              <a:spcAft>
                <a:spcPts val="0"/>
              </a:spcAft>
              <a:buSzPts val="1500"/>
              <a:buNone/>
              <a:defRPr sz="1900"/>
            </a:lvl8pPr>
            <a:lvl9pPr lvl="8" rtl="0" algn="l">
              <a:lnSpc>
                <a:spcPct val="100000"/>
              </a:lnSpc>
              <a:spcBef>
                <a:spcPts val="0"/>
              </a:spcBef>
              <a:spcAft>
                <a:spcPts val="0"/>
              </a:spcAft>
              <a:buSzPts val="1500"/>
              <a:buNone/>
              <a:defRPr sz="1900"/>
            </a:lvl9pPr>
          </a:lstStyle>
          <a:p/>
        </p:txBody>
      </p:sp>
      <p:sp>
        <p:nvSpPr>
          <p:cNvPr id="291" name="Google Shape;291;p57"/>
          <p:cNvSpPr txBox="1"/>
          <p:nvPr>
            <p:ph idx="12" type="sldNum"/>
          </p:nvPr>
        </p:nvSpPr>
        <p:spPr>
          <a:xfrm>
            <a:off x="11277600" y="6414532"/>
            <a:ext cx="304800" cy="228900"/>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800"/>
              <a:buFont typeface="Arial"/>
              <a:buNone/>
              <a:defRPr b="1" i="0" sz="8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2" name="Google Shape;292;p57"/>
          <p:cNvSpPr txBox="1"/>
          <p:nvPr>
            <p:ph idx="10" type="dt"/>
          </p:nvPr>
        </p:nvSpPr>
        <p:spPr>
          <a:xfrm>
            <a:off x="9711560" y="6414532"/>
            <a:ext cx="1365600" cy="228900"/>
          </a:xfrm>
          <a:prstGeom prst="rect">
            <a:avLst/>
          </a:prstGeom>
          <a:noFill/>
          <a:ln>
            <a:noFill/>
          </a:ln>
        </p:spPr>
        <p:txBody>
          <a:bodyPr anchorCtr="0" anchor="ctr" bIns="91425" lIns="91425" spcFirstLastPara="1" rIns="91425" wrap="square" tIns="91425">
            <a:noAutofit/>
          </a:bodyPr>
          <a:lstStyle>
            <a:lvl1pPr lvl="0" marR="0" rtl="0" algn="r">
              <a:lnSpc>
                <a:spcPct val="100000"/>
              </a:lnSpc>
              <a:spcBef>
                <a:spcPts val="0"/>
              </a:spcBef>
              <a:spcAft>
                <a:spcPts val="0"/>
              </a:spcAft>
              <a:buClr>
                <a:srgbClr val="000000"/>
              </a:buClr>
              <a:buSzPts val="1500"/>
              <a:buFont typeface="Arial"/>
              <a:buNone/>
              <a:defRPr b="0" i="0" sz="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ge blank">
  <p:cSld name="Page blank">
    <p:spTree>
      <p:nvGrpSpPr>
        <p:cNvPr id="293" name="Shape 293"/>
        <p:cNvGrpSpPr/>
        <p:nvPr/>
      </p:nvGrpSpPr>
      <p:grpSpPr>
        <a:xfrm>
          <a:off x="0" y="0"/>
          <a:ext cx="0" cy="0"/>
          <a:chOff x="0" y="0"/>
          <a:chExt cx="0" cy="0"/>
        </a:xfrm>
      </p:grpSpPr>
      <p:sp>
        <p:nvSpPr>
          <p:cNvPr id="294" name="Google Shape;294;p58"/>
          <p:cNvSpPr txBox="1"/>
          <p:nvPr>
            <p:ph type="title"/>
          </p:nvPr>
        </p:nvSpPr>
        <p:spPr>
          <a:xfrm>
            <a:off x="531955" y="533400"/>
            <a:ext cx="7080000" cy="1086900"/>
          </a:xfrm>
          <a:prstGeom prst="rect">
            <a:avLst/>
          </a:prstGeom>
          <a:noFill/>
          <a:ln>
            <a:noFill/>
          </a:ln>
        </p:spPr>
        <p:txBody>
          <a:bodyPr anchorCtr="0" anchor="t" bIns="0" lIns="0" spcFirstLastPara="1" rIns="0" wrap="square" tIns="0">
            <a:noAutofit/>
          </a:bodyPr>
          <a:lstStyle>
            <a:lvl1pPr lvl="0" rtl="0" algn="l">
              <a:lnSpc>
                <a:spcPct val="110000"/>
              </a:lnSpc>
              <a:spcBef>
                <a:spcPts val="0"/>
              </a:spcBef>
              <a:spcAft>
                <a:spcPts val="0"/>
              </a:spcAft>
              <a:buSzPts val="2400"/>
              <a:buNone/>
              <a:defRPr sz="2800"/>
            </a:lvl1pPr>
            <a:lvl2pPr lvl="1" rtl="0" algn="l">
              <a:lnSpc>
                <a:spcPct val="100000"/>
              </a:lnSpc>
              <a:spcBef>
                <a:spcPts val="0"/>
              </a:spcBef>
              <a:spcAft>
                <a:spcPts val="0"/>
              </a:spcAft>
              <a:buSzPts val="1500"/>
              <a:buNone/>
              <a:defRPr/>
            </a:lvl2pPr>
            <a:lvl3pPr lvl="2" rtl="0" algn="l">
              <a:lnSpc>
                <a:spcPct val="100000"/>
              </a:lnSpc>
              <a:spcBef>
                <a:spcPts val="0"/>
              </a:spcBef>
              <a:spcAft>
                <a:spcPts val="0"/>
              </a:spcAft>
              <a:buSzPts val="1500"/>
              <a:buNone/>
              <a:defRPr/>
            </a:lvl3pPr>
            <a:lvl4pPr lvl="3" rtl="0" algn="l">
              <a:lnSpc>
                <a:spcPct val="100000"/>
              </a:lnSpc>
              <a:spcBef>
                <a:spcPts val="0"/>
              </a:spcBef>
              <a:spcAft>
                <a:spcPts val="0"/>
              </a:spcAft>
              <a:buSzPts val="1500"/>
              <a:buNone/>
              <a:defRPr/>
            </a:lvl4pPr>
            <a:lvl5pPr lvl="4" rtl="0" algn="l">
              <a:lnSpc>
                <a:spcPct val="100000"/>
              </a:lnSpc>
              <a:spcBef>
                <a:spcPts val="0"/>
              </a:spcBef>
              <a:spcAft>
                <a:spcPts val="0"/>
              </a:spcAft>
              <a:buSzPts val="1500"/>
              <a:buNone/>
              <a:defRPr/>
            </a:lvl5pPr>
            <a:lvl6pPr lvl="5" rtl="0" algn="l">
              <a:lnSpc>
                <a:spcPct val="100000"/>
              </a:lnSpc>
              <a:spcBef>
                <a:spcPts val="0"/>
              </a:spcBef>
              <a:spcAft>
                <a:spcPts val="0"/>
              </a:spcAft>
              <a:buSzPts val="1500"/>
              <a:buNone/>
              <a:defRPr/>
            </a:lvl6pPr>
            <a:lvl7pPr lvl="6" rtl="0" algn="l">
              <a:lnSpc>
                <a:spcPct val="100000"/>
              </a:lnSpc>
              <a:spcBef>
                <a:spcPts val="0"/>
              </a:spcBef>
              <a:spcAft>
                <a:spcPts val="0"/>
              </a:spcAft>
              <a:buSzPts val="1500"/>
              <a:buNone/>
              <a:defRPr/>
            </a:lvl7pPr>
            <a:lvl8pPr lvl="7" rtl="0" algn="l">
              <a:lnSpc>
                <a:spcPct val="100000"/>
              </a:lnSpc>
              <a:spcBef>
                <a:spcPts val="0"/>
              </a:spcBef>
              <a:spcAft>
                <a:spcPts val="0"/>
              </a:spcAft>
              <a:buSzPts val="1500"/>
              <a:buNone/>
              <a:defRPr/>
            </a:lvl8pPr>
            <a:lvl9pPr lvl="8" rtl="0" algn="l">
              <a:lnSpc>
                <a:spcPct val="100000"/>
              </a:lnSpc>
              <a:spcBef>
                <a:spcPts val="0"/>
              </a:spcBef>
              <a:spcAft>
                <a:spcPts val="0"/>
              </a:spcAft>
              <a:buSzPts val="1500"/>
              <a:buNone/>
              <a:defRPr/>
            </a:lvl9pPr>
          </a:lstStyle>
          <a:p/>
        </p:txBody>
      </p:sp>
      <p:sp>
        <p:nvSpPr>
          <p:cNvPr id="295" name="Google Shape;295;p58"/>
          <p:cNvSpPr txBox="1"/>
          <p:nvPr>
            <p:ph idx="12" type="sldNum"/>
          </p:nvPr>
        </p:nvSpPr>
        <p:spPr>
          <a:xfrm>
            <a:off x="11149111" y="6324602"/>
            <a:ext cx="493500" cy="3651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900" u="none" cap="none" strike="noStrike">
                <a:solidFill>
                  <a:srgbClr val="000000"/>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96" name="Google Shape;296;p58"/>
          <p:cNvSpPr txBox="1"/>
          <p:nvPr>
            <p:ph idx="11" type="ftr"/>
          </p:nvPr>
        </p:nvSpPr>
        <p:spPr>
          <a:xfrm>
            <a:off x="7288311" y="6324601"/>
            <a:ext cx="3860700" cy="3651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500"/>
              <a:buFont typeface="Arial"/>
              <a:buNone/>
              <a:defRPr b="0" i="0" sz="9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500"/>
              <a:buFont typeface="Arial"/>
              <a:buNone/>
              <a:defRPr b="0" i="0" sz="19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20" Type="http://schemas.openxmlformats.org/officeDocument/2006/relationships/slideLayout" Target="../slideLayouts/slideLayout19.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theme" Target="../theme/theme2.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09600" y="787400"/>
            <a:ext cx="9448800" cy="762000"/>
          </a:xfrm>
          <a:prstGeom prst="rect">
            <a:avLst/>
          </a:prstGeom>
          <a:noFill/>
          <a:ln>
            <a:noFill/>
          </a:ln>
        </p:spPr>
        <p:txBody>
          <a:bodyPr anchorCtr="0" anchor="t" bIns="0" lIns="0" spcFirstLastPara="1" rIns="0" wrap="square" tIns="0">
            <a:normAutofit/>
          </a:bodyPr>
          <a:lstStyle>
            <a:lvl1pPr lvl="0" marR="0" rtl="0" algn="l">
              <a:lnSpc>
                <a:spcPct val="80000"/>
              </a:lnSpc>
              <a:spcBef>
                <a:spcPts val="0"/>
              </a:spcBef>
              <a:spcAft>
                <a:spcPts val="0"/>
              </a:spcAft>
              <a:buClr>
                <a:schemeClr val="dk1"/>
              </a:buClr>
              <a:buSzPts val="2700"/>
              <a:buFont typeface="Verizon NHG DS"/>
              <a:buNone/>
              <a:defRPr b="1" i="0" sz="2700" u="none" cap="none" strike="noStrike">
                <a:solidFill>
                  <a:schemeClr val="dk1"/>
                </a:solidFill>
                <a:latin typeface="Verizon NHG DS"/>
                <a:ea typeface="Verizon NHG DS"/>
                <a:cs typeface="Verizon NHG DS"/>
                <a:sym typeface="Verizon NHG DS"/>
              </a:defRPr>
            </a:lvl1pPr>
            <a:lvl2pPr lvl="1"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900"/>
              <a:buFont typeface="Arial"/>
              <a:buNone/>
              <a:defRPr b="0" i="0" sz="2400" u="none" cap="none" strike="noStrike">
                <a:solidFill>
                  <a:srgbClr val="000000"/>
                </a:solidFill>
                <a:latin typeface="Arial"/>
                <a:ea typeface="Arial"/>
                <a:cs typeface="Arial"/>
                <a:sym typeface="Arial"/>
              </a:defRPr>
            </a:lvl9pPr>
          </a:lstStyle>
          <a:p/>
        </p:txBody>
      </p:sp>
      <p:sp>
        <p:nvSpPr>
          <p:cNvPr id="7" name="Google Shape;7;p1"/>
          <p:cNvSpPr txBox="1"/>
          <p:nvPr>
            <p:ph idx="1" type="body"/>
          </p:nvPr>
        </p:nvSpPr>
        <p:spPr>
          <a:xfrm>
            <a:off x="609600" y="1803400"/>
            <a:ext cx="9448800" cy="4114800"/>
          </a:xfrm>
          <a:prstGeom prst="rect">
            <a:avLst/>
          </a:prstGeom>
          <a:noFill/>
          <a:ln>
            <a:noFill/>
          </a:ln>
        </p:spPr>
        <p:txBody>
          <a:bodyPr anchorCtr="0" anchor="t" bIns="0" lIns="0" spcFirstLastPara="1" rIns="0" wrap="square" tIns="0">
            <a:normAutofit/>
          </a:bodyPr>
          <a:lstStyle>
            <a:lvl1pPr indent="-228600" lvl="0" marL="457200" marR="0" rtl="0" algn="l">
              <a:lnSpc>
                <a:spcPct val="100000"/>
              </a:lnSpc>
              <a:spcBef>
                <a:spcPts val="1200"/>
              </a:spcBef>
              <a:spcAft>
                <a:spcPts val="0"/>
              </a:spcAft>
              <a:buClr>
                <a:schemeClr val="dk1"/>
              </a:buClr>
              <a:buSzPts val="1600"/>
              <a:buFont typeface="Verizon NHG TX"/>
              <a:buNone/>
              <a:defRPr b="1" i="0" sz="1600" u="none" cap="none" strike="noStrike">
                <a:solidFill>
                  <a:schemeClr val="dk1"/>
                </a:solidFill>
                <a:latin typeface="Verizon NHG TX"/>
                <a:ea typeface="Verizon NHG TX"/>
                <a:cs typeface="Verizon NHG TX"/>
                <a:sym typeface="Verizon NHG TX"/>
              </a:defRPr>
            </a:lvl1pPr>
            <a:lvl2pPr indent="-228600" lvl="1" marL="914400" marR="0" rtl="0" algn="l">
              <a:lnSpc>
                <a:spcPct val="100000"/>
              </a:lnSpc>
              <a:spcBef>
                <a:spcPts val="1200"/>
              </a:spcBef>
              <a:spcAft>
                <a:spcPts val="0"/>
              </a:spcAft>
              <a:buClr>
                <a:schemeClr val="dk1"/>
              </a:buClr>
              <a:buSzPts val="1600"/>
              <a:buFont typeface="Verizon NHG TX"/>
              <a:buNone/>
              <a:defRPr b="0" i="0" sz="1600" u="none" cap="none" strike="noStrike">
                <a:solidFill>
                  <a:schemeClr val="dk1"/>
                </a:solidFill>
                <a:latin typeface="Verizon NHG TX"/>
                <a:ea typeface="Verizon NHG TX"/>
                <a:cs typeface="Verizon NHG TX"/>
                <a:sym typeface="Verizon NHG TX"/>
              </a:defRPr>
            </a:lvl2pPr>
            <a:lvl3pPr indent="-330200" lvl="2" marL="13716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3pPr>
            <a:lvl4pPr indent="-330200" lvl="3" marL="18288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4pPr>
            <a:lvl5pPr indent="-330200" lvl="4" marL="22860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5pPr>
            <a:lvl6pPr indent="-330200" lvl="5" marL="27432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6pPr>
            <a:lvl7pPr indent="-330200" lvl="6" marL="32004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7pPr>
            <a:lvl8pPr indent="-330200" lvl="7" marL="36576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8pPr>
            <a:lvl9pPr indent="-330200" lvl="8" marL="4114800" marR="0" rtl="0" algn="l">
              <a:lnSpc>
                <a:spcPct val="100000"/>
              </a:lnSpc>
              <a:spcBef>
                <a:spcPts val="800"/>
              </a:spcBef>
              <a:spcAft>
                <a:spcPts val="0"/>
              </a:spcAft>
              <a:buClr>
                <a:schemeClr val="dk1"/>
              </a:buClr>
              <a:buSzPts val="1600"/>
              <a:buFont typeface="Arial"/>
              <a:buChar char="–"/>
              <a:defRPr b="0" i="0" sz="1600" u="none" cap="none" strike="noStrike">
                <a:solidFill>
                  <a:schemeClr val="dk1"/>
                </a:solidFill>
                <a:latin typeface="Verizon NHG TX"/>
                <a:ea typeface="Verizon NHG TX"/>
                <a:cs typeface="Verizon NHG TX"/>
                <a:sym typeface="Verizon NHG TX"/>
              </a:defRPr>
            </a:lvl9pPr>
          </a:lstStyle>
          <a:p/>
        </p:txBody>
      </p:sp>
      <p:sp>
        <p:nvSpPr>
          <p:cNvPr id="8" name="Google Shape;8;p1"/>
          <p:cNvSpPr txBox="1"/>
          <p:nvPr>
            <p:ph idx="12" type="sldNum"/>
          </p:nvPr>
        </p:nvSpPr>
        <p:spPr>
          <a:xfrm>
            <a:off x="11277600" y="6266688"/>
            <a:ext cx="304800" cy="304800"/>
          </a:xfrm>
          <a:prstGeom prst="rect">
            <a:avLst/>
          </a:prstGeom>
          <a:noFill/>
          <a:ln>
            <a:noFill/>
          </a:ln>
        </p:spPr>
        <p:txBody>
          <a:bodyPr anchorCtr="0" anchor="b" bIns="0" lIns="0" spcFirstLastPara="1" rIns="0" wrap="square" tIns="0">
            <a:noAutofit/>
          </a:bodyPr>
          <a:lstStyle>
            <a:lvl1pPr indent="0" lvl="0"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1pPr>
            <a:lvl2pPr indent="0" lvl="1"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2pPr>
            <a:lvl3pPr indent="0" lvl="2"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3pPr>
            <a:lvl4pPr indent="0" lvl="3"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4pPr>
            <a:lvl5pPr indent="0" lvl="4"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5pPr>
            <a:lvl6pPr indent="0" lvl="5"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6pPr>
            <a:lvl7pPr indent="0" lvl="6"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7pPr>
            <a:lvl8pPr indent="0" lvl="7"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8pPr>
            <a:lvl9pPr indent="0" lvl="8" marL="0" marR="0" rtl="0" algn="r">
              <a:lnSpc>
                <a:spcPct val="100000"/>
              </a:lnSpc>
              <a:spcBef>
                <a:spcPts val="0"/>
              </a:spcBef>
              <a:spcAft>
                <a:spcPts val="0"/>
              </a:spcAft>
              <a:buClr>
                <a:srgbClr val="000000"/>
              </a:buClr>
              <a:buSzPts val="900"/>
              <a:buFont typeface="Arial"/>
              <a:buNone/>
              <a:defRPr b="1" i="0" sz="900" u="none" cap="none" strike="noStrike">
                <a:solidFill>
                  <a:schemeClr val="dk1"/>
                </a:solidFill>
                <a:latin typeface="Verizon NHG DS"/>
                <a:ea typeface="Verizon NHG DS"/>
                <a:cs typeface="Verizon NHG DS"/>
                <a:sym typeface="Verizon NHG DS"/>
              </a:defRPr>
            </a:lvl9pPr>
          </a:lstStyle>
          <a:p>
            <a:pPr indent="0" lvl="0" marL="0" rtl="0" algn="r">
              <a:spcBef>
                <a:spcPts val="0"/>
              </a:spcBef>
              <a:spcAft>
                <a:spcPts val="0"/>
              </a:spcAft>
              <a:buNone/>
            </a:pPr>
            <a:fld id="{00000000-1234-1234-1234-123412341234}" type="slidenum">
              <a:rPr lang="en-US"/>
              <a:t>‹#›</a:t>
            </a:fld>
            <a:endParaRPr/>
          </a:p>
        </p:txBody>
      </p:sp>
      <p:sp>
        <p:nvSpPr>
          <p:cNvPr id="9" name="Google Shape;9;p1"/>
          <p:cNvSpPr txBox="1"/>
          <p:nvPr/>
        </p:nvSpPr>
        <p:spPr>
          <a:xfrm>
            <a:off x="1346336" y="6149555"/>
            <a:ext cx="9499500" cy="401700"/>
          </a:xfrm>
          <a:prstGeom prst="rect">
            <a:avLst/>
          </a:prstGeom>
          <a:noFill/>
          <a:ln>
            <a:noFill/>
          </a:ln>
        </p:spPr>
        <p:txBody>
          <a:bodyPr anchorCtr="0" anchor="b" bIns="0" lIns="0" spcFirstLastPara="1" rIns="0" wrap="square" tIns="0">
            <a:noAutofit/>
          </a:bodyPr>
          <a:lstStyle/>
          <a:p>
            <a:pPr indent="0" lvl="0" marL="0" marR="0" rtl="0" algn="ctr">
              <a:lnSpc>
                <a:spcPct val="113846"/>
              </a:lnSpc>
              <a:spcBef>
                <a:spcPts val="0"/>
              </a:spcBef>
              <a:spcAft>
                <a:spcPts val="0"/>
              </a:spcAft>
              <a:buClr>
                <a:srgbClr val="000000"/>
              </a:buClr>
              <a:buSzPts val="900"/>
              <a:buFont typeface="Arial"/>
              <a:buNone/>
            </a:pPr>
            <a:r>
              <a:rPr b="0" i="0" lang="en-US" sz="900" u="none" cap="none" strike="noStrike">
                <a:solidFill>
                  <a:schemeClr val="dk1"/>
                </a:solidFill>
                <a:latin typeface="Verizon NHG DS"/>
                <a:ea typeface="Verizon NHG DS"/>
                <a:cs typeface="Verizon NHG DS"/>
                <a:sym typeface="Verizon NHG DS"/>
              </a:rPr>
              <a:t>Verizon confidential and proprietary. Unauthorized disclosure, reproduction or other use prohibited.</a:t>
            </a:r>
            <a:endParaRPr b="0" i="0" sz="900" u="none" cap="none" strike="noStrike">
              <a:solidFill>
                <a:schemeClr val="dk1"/>
              </a:solidFill>
              <a:latin typeface="Verizon NHG DS"/>
              <a:ea typeface="Verizon NHG DS"/>
              <a:cs typeface="Verizon NHG DS"/>
              <a:sym typeface="Verizon NHG DS"/>
            </a:endParaRPr>
          </a:p>
        </p:txBody>
      </p:sp>
      <p:pic>
        <p:nvPicPr>
          <p:cNvPr id="10" name="Google Shape;10;p1"/>
          <p:cNvPicPr preferRelativeResize="0"/>
          <p:nvPr/>
        </p:nvPicPr>
        <p:blipFill rotWithShape="1">
          <a:blip r:embed="rId1">
            <a:alphaModFix/>
          </a:blip>
          <a:srcRect b="0" l="0" r="0" t="0"/>
          <a:stretch/>
        </p:blipFill>
        <p:spPr>
          <a:xfrm>
            <a:off x="469352" y="6097504"/>
            <a:ext cx="536038" cy="578456"/>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84">
          <p15:clr>
            <a:srgbClr val="F26B43"/>
          </p15:clr>
        </p15:guide>
        <p15:guide id="2" pos="384">
          <p15:clr>
            <a:srgbClr val="F26B43"/>
          </p15:clr>
        </p15:guide>
        <p15:guide id="3" pos="7296">
          <p15:clr>
            <a:srgbClr val="F26B43"/>
          </p15:clr>
        </p15:guide>
        <p15:guide id="4" pos="6336">
          <p15:clr>
            <a:srgbClr val="F26B43"/>
          </p15:clr>
        </p15:guide>
        <p15:guide id="5" orient="horz" pos="1136">
          <p15:clr>
            <a:srgbClr val="F26B43"/>
          </p15:clr>
        </p15:guide>
        <p15:guide id="6" orient="horz" pos="3952">
          <p15:clr>
            <a:srgbClr val="F26B43"/>
          </p15:clr>
        </p15:guide>
        <p15:guide id="7" pos="3840">
          <p15:clr>
            <a:srgbClr val="F26B43"/>
          </p15:clr>
        </p15:guide>
        <p15:guide id="8" orient="horz" pos="496">
          <p15:clr>
            <a:srgbClr val="F26B43"/>
          </p15:clr>
        </p15:guide>
        <p15:guide id="9" orient="horz" pos="4112">
          <p15:clr>
            <a:srgbClr val="F26B43"/>
          </p15:clr>
        </p15:guide>
        <p15:guide id="10" orient="horz" pos="3728">
          <p15:clr>
            <a:srgbClr val="F26B43"/>
          </p15:clr>
        </p15:guide>
        <p15:guide id="11" pos="1120">
          <p15:clr>
            <a:srgbClr val="F26B43"/>
          </p15:clr>
        </p15:guide>
        <p15:guide id="12" orient="horz" pos="97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9.png"/><Relationship Id="rId4" Type="http://schemas.openxmlformats.org/officeDocument/2006/relationships/image" Target="../media/image20.png"/><Relationship Id="rId9" Type="http://schemas.openxmlformats.org/officeDocument/2006/relationships/image" Target="../media/image24.png"/><Relationship Id="rId5" Type="http://schemas.openxmlformats.org/officeDocument/2006/relationships/image" Target="../media/image21.png"/><Relationship Id="rId6" Type="http://schemas.openxmlformats.org/officeDocument/2006/relationships/image" Target="../media/image22.png"/><Relationship Id="rId7" Type="http://schemas.openxmlformats.org/officeDocument/2006/relationships/image" Target="../media/image25.png"/><Relationship Id="rId8" Type="http://schemas.openxmlformats.org/officeDocument/2006/relationships/image" Target="../media/image2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20.png"/><Relationship Id="rId5"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6.png"/><Relationship Id="rId4" Type="http://schemas.openxmlformats.org/officeDocument/2006/relationships/image" Target="../media/image29.png"/><Relationship Id="rId9" Type="http://schemas.openxmlformats.org/officeDocument/2006/relationships/image" Target="../media/image34.png"/><Relationship Id="rId5" Type="http://schemas.openxmlformats.org/officeDocument/2006/relationships/image" Target="../media/image31.png"/><Relationship Id="rId6" Type="http://schemas.openxmlformats.org/officeDocument/2006/relationships/image" Target="../media/image33.png"/><Relationship Id="rId7" Type="http://schemas.openxmlformats.org/officeDocument/2006/relationships/image" Target="../media/image32.png"/><Relationship Id="rId8" Type="http://schemas.openxmlformats.org/officeDocument/2006/relationships/image" Target="../media/image35.png"/><Relationship Id="rId20" Type="http://schemas.openxmlformats.org/officeDocument/2006/relationships/image" Target="../media/image45.png"/><Relationship Id="rId22" Type="http://schemas.openxmlformats.org/officeDocument/2006/relationships/image" Target="../media/image48.png"/><Relationship Id="rId21" Type="http://schemas.openxmlformats.org/officeDocument/2006/relationships/image" Target="../media/image47.png"/><Relationship Id="rId24" Type="http://schemas.openxmlformats.org/officeDocument/2006/relationships/image" Target="../media/image50.png"/><Relationship Id="rId23" Type="http://schemas.openxmlformats.org/officeDocument/2006/relationships/image" Target="../media/image49.png"/><Relationship Id="rId25" Type="http://schemas.openxmlformats.org/officeDocument/2006/relationships/image" Target="../media/image51.jpg"/><Relationship Id="rId11" Type="http://schemas.openxmlformats.org/officeDocument/2006/relationships/image" Target="../media/image36.png"/><Relationship Id="rId10" Type="http://schemas.openxmlformats.org/officeDocument/2006/relationships/image" Target="../media/image37.png"/><Relationship Id="rId13" Type="http://schemas.openxmlformats.org/officeDocument/2006/relationships/image" Target="../media/image40.png"/><Relationship Id="rId12" Type="http://schemas.openxmlformats.org/officeDocument/2006/relationships/image" Target="../media/image38.png"/><Relationship Id="rId15" Type="http://schemas.openxmlformats.org/officeDocument/2006/relationships/image" Target="../media/image41.png"/><Relationship Id="rId14" Type="http://schemas.openxmlformats.org/officeDocument/2006/relationships/image" Target="../media/image39.png"/><Relationship Id="rId17" Type="http://schemas.openxmlformats.org/officeDocument/2006/relationships/image" Target="../media/image44.png"/><Relationship Id="rId16" Type="http://schemas.openxmlformats.org/officeDocument/2006/relationships/image" Target="../media/image42.png"/><Relationship Id="rId19" Type="http://schemas.openxmlformats.org/officeDocument/2006/relationships/image" Target="../media/image43.png"/><Relationship Id="rId18" Type="http://schemas.openxmlformats.org/officeDocument/2006/relationships/image" Target="../media/image4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1.png"/><Relationship Id="rId4" Type="http://schemas.openxmlformats.org/officeDocument/2006/relationships/image" Target="../media/image33.png"/><Relationship Id="rId9" Type="http://schemas.openxmlformats.org/officeDocument/2006/relationships/image" Target="../media/image36.png"/><Relationship Id="rId5" Type="http://schemas.openxmlformats.org/officeDocument/2006/relationships/image" Target="../media/image32.png"/><Relationship Id="rId6" Type="http://schemas.openxmlformats.org/officeDocument/2006/relationships/image" Target="../media/image35.png"/><Relationship Id="rId7" Type="http://schemas.openxmlformats.org/officeDocument/2006/relationships/image" Target="../media/image34.png"/><Relationship Id="rId8" Type="http://schemas.openxmlformats.org/officeDocument/2006/relationships/image" Target="../media/image37.png"/><Relationship Id="rId20" Type="http://schemas.openxmlformats.org/officeDocument/2006/relationships/image" Target="../media/image48.png"/><Relationship Id="rId22" Type="http://schemas.openxmlformats.org/officeDocument/2006/relationships/image" Target="../media/image50.png"/><Relationship Id="rId21" Type="http://schemas.openxmlformats.org/officeDocument/2006/relationships/image" Target="../media/image49.png"/><Relationship Id="rId23" Type="http://schemas.openxmlformats.org/officeDocument/2006/relationships/image" Target="../media/image51.jpg"/><Relationship Id="rId11" Type="http://schemas.openxmlformats.org/officeDocument/2006/relationships/image" Target="../media/image40.png"/><Relationship Id="rId10" Type="http://schemas.openxmlformats.org/officeDocument/2006/relationships/image" Target="../media/image38.png"/><Relationship Id="rId13" Type="http://schemas.openxmlformats.org/officeDocument/2006/relationships/image" Target="../media/image41.png"/><Relationship Id="rId12" Type="http://schemas.openxmlformats.org/officeDocument/2006/relationships/image" Target="../media/image39.png"/><Relationship Id="rId15" Type="http://schemas.openxmlformats.org/officeDocument/2006/relationships/image" Target="../media/image44.png"/><Relationship Id="rId14" Type="http://schemas.openxmlformats.org/officeDocument/2006/relationships/image" Target="../media/image42.png"/><Relationship Id="rId17" Type="http://schemas.openxmlformats.org/officeDocument/2006/relationships/image" Target="../media/image43.png"/><Relationship Id="rId16" Type="http://schemas.openxmlformats.org/officeDocument/2006/relationships/image" Target="../media/image46.png"/><Relationship Id="rId19" Type="http://schemas.openxmlformats.org/officeDocument/2006/relationships/image" Target="../media/image47.png"/><Relationship Id="rId18" Type="http://schemas.openxmlformats.org/officeDocument/2006/relationships/image" Target="../media/image4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9"/>
          <p:cNvSpPr txBox="1"/>
          <p:nvPr>
            <p:ph type="ctrTitle"/>
          </p:nvPr>
        </p:nvSpPr>
        <p:spPr>
          <a:xfrm>
            <a:off x="609600" y="617431"/>
            <a:ext cx="8362500" cy="23163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US"/>
              <a:t>Taxonomy 2.0</a:t>
            </a:r>
            <a:endParaRPr/>
          </a:p>
        </p:txBody>
      </p:sp>
      <p:sp>
        <p:nvSpPr>
          <p:cNvPr id="302" name="Google Shape;302;p59"/>
          <p:cNvSpPr txBox="1"/>
          <p:nvPr>
            <p:ph idx="1" type="subTitle"/>
          </p:nvPr>
        </p:nvSpPr>
        <p:spPr>
          <a:xfrm>
            <a:off x="609600" y="3055825"/>
            <a:ext cx="10092000" cy="1828800"/>
          </a:xfrm>
          <a:prstGeom prst="rect">
            <a:avLst/>
          </a:prstGeom>
        </p:spPr>
        <p:txBody>
          <a:bodyPr anchorCtr="0" anchor="t" bIns="0" lIns="0" spcFirstLastPara="1" rIns="0" wrap="square" tIns="0">
            <a:noAutofit/>
          </a:bodyPr>
          <a:lstStyle/>
          <a:p>
            <a:pPr indent="0" lvl="0" marL="0" rtl="0" algn="l">
              <a:spcBef>
                <a:spcPts val="1200"/>
              </a:spcBef>
              <a:spcAft>
                <a:spcPts val="0"/>
              </a:spcAft>
              <a:buNone/>
            </a:pPr>
            <a:r>
              <a:rPr lang="en-US"/>
              <a:t>Formalizing Knowledge Engineering to improve meaning, integration, and enable interoperability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60"/>
          <p:cNvSpPr txBox="1"/>
          <p:nvPr>
            <p:ph type="title"/>
          </p:nvPr>
        </p:nvSpPr>
        <p:spPr>
          <a:xfrm>
            <a:off x="609600" y="225200"/>
            <a:ext cx="76029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HL Future State for VZ Taxonomies &amp; Ontologies</a:t>
            </a:r>
            <a:endParaRPr/>
          </a:p>
        </p:txBody>
      </p:sp>
      <p:sp>
        <p:nvSpPr>
          <p:cNvPr id="308" name="Google Shape;308;p60"/>
          <p:cNvSpPr txBox="1"/>
          <p:nvPr>
            <p:ph idx="1" type="body"/>
          </p:nvPr>
        </p:nvSpPr>
        <p:spPr>
          <a:xfrm>
            <a:off x="236475" y="1093675"/>
            <a:ext cx="3160200" cy="4114800"/>
          </a:xfrm>
          <a:prstGeom prst="rect">
            <a:avLst/>
          </a:prstGeom>
          <a:ln>
            <a:noFill/>
          </a:ln>
        </p:spPr>
        <p:txBody>
          <a:bodyPr anchorCtr="0" anchor="t" bIns="0" lIns="0" spcFirstLastPara="1" rIns="0" wrap="square" tIns="0">
            <a:normAutofit/>
          </a:bodyPr>
          <a:lstStyle/>
          <a:p>
            <a:pPr indent="0" lvl="0" marL="0" rtl="0" algn="l">
              <a:lnSpc>
                <a:spcPct val="115000"/>
              </a:lnSpc>
              <a:spcBef>
                <a:spcPts val="800"/>
              </a:spcBef>
              <a:spcAft>
                <a:spcPts val="0"/>
              </a:spcAft>
              <a:buNone/>
            </a:pPr>
            <a:r>
              <a:rPr lang="en-US" sz="1300">
                <a:solidFill>
                  <a:srgbClr val="414141"/>
                </a:solidFill>
                <a:highlight>
                  <a:srgbClr val="FFFFFF"/>
                </a:highlight>
                <a:latin typeface="Roboto"/>
                <a:ea typeface="Roboto"/>
                <a:cs typeface="Roboto"/>
                <a:sym typeface="Roboto"/>
              </a:rPr>
              <a:t>Leverage our investment in MarkLogic to harmonize taxonomies for DG (MM), Telecom (SID), Finance (COA), Asset Mgmt (many), HR (Org Structure), etc.</a:t>
            </a:r>
            <a:endParaRPr sz="1300">
              <a:solidFill>
                <a:srgbClr val="414141"/>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None/>
            </a:pPr>
            <a:r>
              <a:t/>
            </a:r>
            <a:endParaRPr sz="1300">
              <a:solidFill>
                <a:srgbClr val="414141"/>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None/>
            </a:pPr>
            <a:r>
              <a:rPr lang="en-US" sz="1300">
                <a:solidFill>
                  <a:srgbClr val="414141"/>
                </a:solidFill>
                <a:highlight>
                  <a:srgbClr val="FFFFFF"/>
                </a:highlight>
                <a:latin typeface="Roboto"/>
                <a:ea typeface="Roboto"/>
                <a:cs typeface="Roboto"/>
                <a:sym typeface="Roboto"/>
              </a:rPr>
              <a:t>Establish a KG for Data Governance so we can instantiate values for lookups to support UX, Operational Parms in scripts &amp; components across the Digital Supply Chain.</a:t>
            </a:r>
            <a:endParaRPr sz="1300">
              <a:solidFill>
                <a:srgbClr val="414141"/>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None/>
            </a:pPr>
            <a:r>
              <a:t/>
            </a:r>
            <a:endParaRPr sz="1300">
              <a:solidFill>
                <a:srgbClr val="414141"/>
              </a:solidFill>
              <a:highlight>
                <a:srgbClr val="FFFFFF"/>
              </a:highlight>
              <a:latin typeface="Roboto"/>
              <a:ea typeface="Roboto"/>
              <a:cs typeface="Roboto"/>
              <a:sym typeface="Roboto"/>
            </a:endParaRPr>
          </a:p>
          <a:p>
            <a:pPr indent="0" lvl="0" marL="0" rtl="0" algn="l">
              <a:lnSpc>
                <a:spcPct val="115000"/>
              </a:lnSpc>
              <a:spcBef>
                <a:spcPts val="800"/>
              </a:spcBef>
              <a:spcAft>
                <a:spcPts val="0"/>
              </a:spcAft>
              <a:buNone/>
            </a:pPr>
            <a:r>
              <a:rPr lang="en-US" sz="1300">
                <a:solidFill>
                  <a:srgbClr val="414141"/>
                </a:solidFill>
                <a:highlight>
                  <a:srgbClr val="FFFFFF"/>
                </a:highlight>
                <a:latin typeface="Roboto"/>
                <a:ea typeface="Roboto"/>
                <a:cs typeface="Roboto"/>
                <a:sym typeface="Roboto"/>
              </a:rPr>
              <a:t>Create KGs for Consumer &amp;  Network to support Data Products (Customer 360, Digital Twins) using component-based ontologies (including location, identity, party, device, account, …)</a:t>
            </a:r>
            <a:endParaRPr sz="1300">
              <a:solidFill>
                <a:srgbClr val="414141"/>
              </a:solidFill>
              <a:highlight>
                <a:srgbClr val="C00000"/>
              </a:highlight>
            </a:endParaRPr>
          </a:p>
        </p:txBody>
      </p:sp>
      <p:sp>
        <p:nvSpPr>
          <p:cNvPr id="309" name="Google Shape;309;p60"/>
          <p:cNvSpPr/>
          <p:nvPr/>
        </p:nvSpPr>
        <p:spPr>
          <a:xfrm>
            <a:off x="4928750" y="2920150"/>
            <a:ext cx="5206800" cy="1314000"/>
          </a:xfrm>
          <a:prstGeom prst="flowChartAlternateProcess">
            <a:avLst/>
          </a:prstGeom>
          <a:solidFill>
            <a:srgbClr val="CECECE"/>
          </a:solidFill>
          <a:ln cap="flat" cmpd="sng" w="9525">
            <a:solidFill>
              <a:schemeClr val="dk2"/>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200">
                <a:solidFill>
                  <a:schemeClr val="dk1"/>
                </a:solidFill>
              </a:rPr>
              <a:t>MarkLogic</a:t>
            </a:r>
            <a:endParaRPr b="1" sz="1200">
              <a:solidFill>
                <a:schemeClr val="dk1"/>
              </a:solidFill>
            </a:endParaRPr>
          </a:p>
        </p:txBody>
      </p:sp>
      <p:sp>
        <p:nvSpPr>
          <p:cNvPr id="310" name="Google Shape;310;p60"/>
          <p:cNvSpPr/>
          <p:nvPr/>
        </p:nvSpPr>
        <p:spPr>
          <a:xfrm>
            <a:off x="4858475" y="792475"/>
            <a:ext cx="5277000" cy="1984800"/>
          </a:xfrm>
          <a:prstGeom prst="flowChartAlternateProcess">
            <a:avLst/>
          </a:prstGeom>
          <a:solidFill>
            <a:srgbClr val="E6B8AF"/>
          </a:solidFill>
          <a:ln cap="flat" cmpd="sng" w="9525">
            <a:solidFill>
              <a:schemeClr val="dk2"/>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200"/>
              <a:t>Semaphore</a:t>
            </a:r>
            <a:endParaRPr b="1" sz="1200"/>
          </a:p>
        </p:txBody>
      </p:sp>
      <p:pic>
        <p:nvPicPr>
          <p:cNvPr id="311" name="Google Shape;311;p60"/>
          <p:cNvPicPr preferRelativeResize="0"/>
          <p:nvPr/>
        </p:nvPicPr>
        <p:blipFill>
          <a:blip r:embed="rId3">
            <a:alphaModFix/>
          </a:blip>
          <a:stretch>
            <a:fillRect/>
          </a:stretch>
        </p:blipFill>
        <p:spPr>
          <a:xfrm>
            <a:off x="6764200" y="907725"/>
            <a:ext cx="1695181" cy="843599"/>
          </a:xfrm>
          <a:prstGeom prst="rect">
            <a:avLst/>
          </a:prstGeom>
          <a:noFill/>
          <a:ln>
            <a:noFill/>
          </a:ln>
        </p:spPr>
      </p:pic>
      <p:pic>
        <p:nvPicPr>
          <p:cNvPr id="312" name="Google Shape;312;p60"/>
          <p:cNvPicPr preferRelativeResize="0"/>
          <p:nvPr/>
        </p:nvPicPr>
        <p:blipFill>
          <a:blip r:embed="rId4">
            <a:alphaModFix/>
          </a:blip>
          <a:stretch>
            <a:fillRect/>
          </a:stretch>
        </p:blipFill>
        <p:spPr>
          <a:xfrm>
            <a:off x="8151478" y="1861336"/>
            <a:ext cx="1129168" cy="768000"/>
          </a:xfrm>
          <a:prstGeom prst="rect">
            <a:avLst/>
          </a:prstGeom>
          <a:noFill/>
          <a:ln>
            <a:noFill/>
          </a:ln>
        </p:spPr>
      </p:pic>
      <p:pic>
        <p:nvPicPr>
          <p:cNvPr id="313" name="Google Shape;313;p60"/>
          <p:cNvPicPr preferRelativeResize="0"/>
          <p:nvPr/>
        </p:nvPicPr>
        <p:blipFill>
          <a:blip r:embed="rId5">
            <a:alphaModFix/>
          </a:blip>
          <a:stretch>
            <a:fillRect/>
          </a:stretch>
        </p:blipFill>
        <p:spPr>
          <a:xfrm>
            <a:off x="5791194" y="1918788"/>
            <a:ext cx="1405249" cy="768000"/>
          </a:xfrm>
          <a:prstGeom prst="rect">
            <a:avLst/>
          </a:prstGeom>
          <a:noFill/>
          <a:ln>
            <a:noFill/>
          </a:ln>
        </p:spPr>
      </p:pic>
      <p:cxnSp>
        <p:nvCxnSpPr>
          <p:cNvPr id="314" name="Google Shape;314;p60"/>
          <p:cNvCxnSpPr>
            <a:stCxn id="311" idx="1"/>
            <a:endCxn id="313" idx="0"/>
          </p:cNvCxnSpPr>
          <p:nvPr/>
        </p:nvCxnSpPr>
        <p:spPr>
          <a:xfrm flipH="1">
            <a:off x="6493900" y="1329525"/>
            <a:ext cx="270300" cy="589200"/>
          </a:xfrm>
          <a:prstGeom prst="curvedConnector2">
            <a:avLst/>
          </a:prstGeom>
          <a:noFill/>
          <a:ln cap="flat" cmpd="sng" w="9525">
            <a:solidFill>
              <a:schemeClr val="dk2"/>
            </a:solidFill>
            <a:prstDash val="solid"/>
            <a:round/>
            <a:headEnd len="med" w="med" type="none"/>
            <a:tailEnd len="med" w="med" type="none"/>
          </a:ln>
        </p:spPr>
      </p:cxnSp>
      <p:cxnSp>
        <p:nvCxnSpPr>
          <p:cNvPr id="315" name="Google Shape;315;p60"/>
          <p:cNvCxnSpPr>
            <a:stCxn id="311" idx="3"/>
            <a:endCxn id="312" idx="0"/>
          </p:cNvCxnSpPr>
          <p:nvPr/>
        </p:nvCxnSpPr>
        <p:spPr>
          <a:xfrm>
            <a:off x="8459380" y="1329525"/>
            <a:ext cx="256800" cy="531900"/>
          </a:xfrm>
          <a:prstGeom prst="curvedConnector2">
            <a:avLst/>
          </a:prstGeom>
          <a:noFill/>
          <a:ln cap="flat" cmpd="sng" w="9525">
            <a:solidFill>
              <a:schemeClr val="dk2"/>
            </a:solidFill>
            <a:prstDash val="solid"/>
            <a:round/>
            <a:headEnd len="med" w="med" type="none"/>
            <a:tailEnd len="med" w="med" type="none"/>
          </a:ln>
        </p:spPr>
      </p:cxnSp>
      <p:sp>
        <p:nvSpPr>
          <p:cNvPr id="316" name="Google Shape;316;p60"/>
          <p:cNvSpPr txBox="1"/>
          <p:nvPr/>
        </p:nvSpPr>
        <p:spPr>
          <a:xfrm>
            <a:off x="9357950" y="2129700"/>
            <a:ext cx="5286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b="1" lang="en-US" sz="1000">
                <a:solidFill>
                  <a:schemeClr val="dk2"/>
                </a:solidFill>
                <a:latin typeface="Roboto"/>
                <a:ea typeface="Roboto"/>
                <a:cs typeface="Roboto"/>
                <a:sym typeface="Roboto"/>
              </a:rPr>
              <a:t>SID</a:t>
            </a:r>
            <a:endParaRPr sz="1000">
              <a:solidFill>
                <a:schemeClr val="dk2"/>
              </a:solidFill>
            </a:endParaRPr>
          </a:p>
        </p:txBody>
      </p:sp>
      <p:sp>
        <p:nvSpPr>
          <p:cNvPr id="317" name="Google Shape;317;p60"/>
          <p:cNvSpPr txBox="1"/>
          <p:nvPr/>
        </p:nvSpPr>
        <p:spPr>
          <a:xfrm>
            <a:off x="5030850" y="2129700"/>
            <a:ext cx="74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VZ MM</a:t>
            </a:r>
            <a:endParaRPr sz="1000">
              <a:solidFill>
                <a:schemeClr val="dk2"/>
              </a:solidFill>
            </a:endParaRPr>
          </a:p>
        </p:txBody>
      </p:sp>
      <p:sp>
        <p:nvSpPr>
          <p:cNvPr id="318" name="Google Shape;318;p60"/>
          <p:cNvSpPr txBox="1"/>
          <p:nvPr/>
        </p:nvSpPr>
        <p:spPr>
          <a:xfrm>
            <a:off x="8885300" y="983925"/>
            <a:ext cx="5286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BFO</a:t>
            </a:r>
            <a:endParaRPr sz="1000">
              <a:solidFill>
                <a:schemeClr val="dk2"/>
              </a:solidFill>
            </a:endParaRPr>
          </a:p>
        </p:txBody>
      </p:sp>
      <p:pic>
        <p:nvPicPr>
          <p:cNvPr id="319" name="Google Shape;319;p60"/>
          <p:cNvPicPr preferRelativeResize="0"/>
          <p:nvPr/>
        </p:nvPicPr>
        <p:blipFill>
          <a:blip r:embed="rId6">
            <a:alphaModFix/>
          </a:blip>
          <a:stretch>
            <a:fillRect/>
          </a:stretch>
        </p:blipFill>
        <p:spPr>
          <a:xfrm>
            <a:off x="6181652" y="3037087"/>
            <a:ext cx="1058811" cy="608100"/>
          </a:xfrm>
          <a:prstGeom prst="rect">
            <a:avLst/>
          </a:prstGeom>
          <a:noFill/>
          <a:ln>
            <a:noFill/>
          </a:ln>
        </p:spPr>
      </p:pic>
      <p:pic>
        <p:nvPicPr>
          <p:cNvPr id="320" name="Google Shape;320;p60"/>
          <p:cNvPicPr preferRelativeResize="0"/>
          <p:nvPr/>
        </p:nvPicPr>
        <p:blipFill>
          <a:blip r:embed="rId6">
            <a:alphaModFix/>
          </a:blip>
          <a:stretch>
            <a:fillRect/>
          </a:stretch>
        </p:blipFill>
        <p:spPr>
          <a:xfrm>
            <a:off x="7552975" y="3244225"/>
            <a:ext cx="1058800" cy="608094"/>
          </a:xfrm>
          <a:prstGeom prst="rect">
            <a:avLst/>
          </a:prstGeom>
          <a:noFill/>
          <a:ln>
            <a:noFill/>
          </a:ln>
        </p:spPr>
      </p:pic>
      <p:sp>
        <p:nvSpPr>
          <p:cNvPr id="321" name="Google Shape;321;p60"/>
          <p:cNvSpPr txBox="1"/>
          <p:nvPr/>
        </p:nvSpPr>
        <p:spPr>
          <a:xfrm>
            <a:off x="6336650" y="3645175"/>
            <a:ext cx="74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KG DG</a:t>
            </a:r>
            <a:endParaRPr sz="1000">
              <a:solidFill>
                <a:schemeClr val="dk2"/>
              </a:solidFill>
            </a:endParaRPr>
          </a:p>
        </p:txBody>
      </p:sp>
      <p:sp>
        <p:nvSpPr>
          <p:cNvPr id="322" name="Google Shape;322;p60"/>
          <p:cNvSpPr txBox="1"/>
          <p:nvPr/>
        </p:nvSpPr>
        <p:spPr>
          <a:xfrm>
            <a:off x="7790500" y="3852325"/>
            <a:ext cx="74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KG FIN</a:t>
            </a:r>
            <a:endParaRPr sz="1000">
              <a:solidFill>
                <a:schemeClr val="dk2"/>
              </a:solidFill>
            </a:endParaRPr>
          </a:p>
        </p:txBody>
      </p:sp>
      <p:sp>
        <p:nvSpPr>
          <p:cNvPr id="323" name="Google Shape;323;p60"/>
          <p:cNvSpPr txBox="1"/>
          <p:nvPr/>
        </p:nvSpPr>
        <p:spPr>
          <a:xfrm>
            <a:off x="9092850" y="3645175"/>
            <a:ext cx="74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KG GTS</a:t>
            </a:r>
            <a:endParaRPr sz="1000">
              <a:solidFill>
                <a:schemeClr val="dk2"/>
              </a:solidFill>
            </a:endParaRPr>
          </a:p>
        </p:txBody>
      </p:sp>
      <p:pic>
        <p:nvPicPr>
          <p:cNvPr id="324" name="Google Shape;324;p60"/>
          <p:cNvPicPr preferRelativeResize="0"/>
          <p:nvPr/>
        </p:nvPicPr>
        <p:blipFill>
          <a:blip r:embed="rId6">
            <a:alphaModFix/>
          </a:blip>
          <a:stretch>
            <a:fillRect/>
          </a:stretch>
        </p:blipFill>
        <p:spPr>
          <a:xfrm>
            <a:off x="8937850" y="3037075"/>
            <a:ext cx="1058800" cy="608094"/>
          </a:xfrm>
          <a:prstGeom prst="rect">
            <a:avLst/>
          </a:prstGeom>
          <a:noFill/>
          <a:ln>
            <a:noFill/>
          </a:ln>
        </p:spPr>
      </p:pic>
      <p:sp>
        <p:nvSpPr>
          <p:cNvPr id="325" name="Google Shape;325;p60"/>
          <p:cNvSpPr/>
          <p:nvPr/>
        </p:nvSpPr>
        <p:spPr>
          <a:xfrm>
            <a:off x="4900886" y="4287863"/>
            <a:ext cx="5206800" cy="301200"/>
          </a:xfrm>
          <a:prstGeom prst="flowChartProcess">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US" sz="1200"/>
              <a:t>VDIL</a:t>
            </a:r>
            <a:endParaRPr b="1" sz="1200"/>
          </a:p>
        </p:txBody>
      </p:sp>
      <p:sp>
        <p:nvSpPr>
          <p:cNvPr id="326" name="Google Shape;326;p60"/>
          <p:cNvSpPr txBox="1"/>
          <p:nvPr/>
        </p:nvSpPr>
        <p:spPr>
          <a:xfrm>
            <a:off x="10279300" y="1093675"/>
            <a:ext cx="1695300" cy="717900"/>
          </a:xfrm>
          <a:prstGeom prst="rect">
            <a:avLst/>
          </a:prstGeom>
          <a:noFill/>
          <a:ln>
            <a:noFill/>
          </a:ln>
        </p:spPr>
        <p:txBody>
          <a:bodyPr anchorCtr="0" anchor="t" bIns="91425" lIns="91425" spcFirstLastPara="1" rIns="91425" wrap="square" tIns="91425">
            <a:spAutoFit/>
          </a:bodyPr>
          <a:lstStyle/>
          <a:p>
            <a:pPr indent="-180975" lvl="0" marL="171450" rtl="0" algn="l">
              <a:lnSpc>
                <a:spcPct val="115000"/>
              </a:lnSpc>
              <a:spcBef>
                <a:spcPts val="80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Upper Ontology</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Taxonomies</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Semantic Extensions</a:t>
            </a:r>
            <a:endParaRPr sz="1050">
              <a:solidFill>
                <a:srgbClr val="172B4D"/>
              </a:solidFill>
              <a:highlight>
                <a:schemeClr val="lt1"/>
              </a:highlight>
              <a:latin typeface="Roboto"/>
              <a:ea typeface="Roboto"/>
              <a:cs typeface="Roboto"/>
              <a:sym typeface="Roboto"/>
            </a:endParaRPr>
          </a:p>
        </p:txBody>
      </p:sp>
      <p:sp>
        <p:nvSpPr>
          <p:cNvPr id="327" name="Google Shape;327;p60"/>
          <p:cNvSpPr txBox="1"/>
          <p:nvPr/>
        </p:nvSpPr>
        <p:spPr>
          <a:xfrm>
            <a:off x="10279300" y="3151075"/>
            <a:ext cx="1695300" cy="717900"/>
          </a:xfrm>
          <a:prstGeom prst="rect">
            <a:avLst/>
          </a:prstGeom>
          <a:noFill/>
          <a:ln>
            <a:noFill/>
          </a:ln>
        </p:spPr>
        <p:txBody>
          <a:bodyPr anchorCtr="0" anchor="t" bIns="91425" lIns="91425" spcFirstLastPara="1" rIns="91425" wrap="square" tIns="91425">
            <a:spAutoFit/>
          </a:bodyPr>
          <a:lstStyle/>
          <a:p>
            <a:pPr indent="-180975" lvl="0" marL="171450" rtl="0" algn="l">
              <a:lnSpc>
                <a:spcPct val="115000"/>
              </a:lnSpc>
              <a:spcBef>
                <a:spcPts val="80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KGs (Domain Specific)</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Instances (values)</a:t>
            </a:r>
            <a:endParaRPr sz="1050">
              <a:solidFill>
                <a:srgbClr val="172B4D"/>
              </a:solidFill>
              <a:highlight>
                <a:schemeClr val="lt1"/>
              </a:highlight>
              <a:latin typeface="Roboto"/>
              <a:ea typeface="Roboto"/>
              <a:cs typeface="Roboto"/>
              <a:sym typeface="Roboto"/>
            </a:endParaRPr>
          </a:p>
          <a:p>
            <a:pPr indent="-180975" lvl="1" marL="4000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used for lookups</a:t>
            </a:r>
            <a:endParaRPr sz="1050">
              <a:solidFill>
                <a:srgbClr val="172B4D"/>
              </a:solidFill>
              <a:highlight>
                <a:schemeClr val="lt1"/>
              </a:highlight>
              <a:latin typeface="Roboto"/>
              <a:ea typeface="Roboto"/>
              <a:cs typeface="Roboto"/>
              <a:sym typeface="Roboto"/>
            </a:endParaRPr>
          </a:p>
        </p:txBody>
      </p:sp>
      <p:sp>
        <p:nvSpPr>
          <p:cNvPr id="328" name="Google Shape;328;p60"/>
          <p:cNvSpPr txBox="1"/>
          <p:nvPr/>
        </p:nvSpPr>
        <p:spPr>
          <a:xfrm>
            <a:off x="3562975" y="1721275"/>
            <a:ext cx="1129200" cy="346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lang="en-US" sz="1050">
                <a:solidFill>
                  <a:srgbClr val="172B4D"/>
                </a:solidFill>
                <a:highlight>
                  <a:schemeClr val="lt1"/>
                </a:highlight>
                <a:latin typeface="Roboto"/>
                <a:ea typeface="Roboto"/>
                <a:cs typeface="Roboto"/>
                <a:sym typeface="Roboto"/>
              </a:rPr>
              <a:t>Search (L1-L5)</a:t>
            </a:r>
            <a:endParaRPr sz="1050">
              <a:solidFill>
                <a:srgbClr val="172B4D"/>
              </a:solidFill>
              <a:highlight>
                <a:schemeClr val="lt1"/>
              </a:highlight>
              <a:latin typeface="Roboto"/>
              <a:ea typeface="Roboto"/>
              <a:cs typeface="Roboto"/>
              <a:sym typeface="Roboto"/>
            </a:endParaRPr>
          </a:p>
        </p:txBody>
      </p:sp>
      <p:sp>
        <p:nvSpPr>
          <p:cNvPr id="329" name="Google Shape;329;p60"/>
          <p:cNvSpPr txBox="1"/>
          <p:nvPr/>
        </p:nvSpPr>
        <p:spPr>
          <a:xfrm>
            <a:off x="3562975" y="3246500"/>
            <a:ext cx="1129200" cy="717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lang="en-US" sz="1050">
                <a:solidFill>
                  <a:srgbClr val="172B4D"/>
                </a:solidFill>
                <a:highlight>
                  <a:schemeClr val="lt1"/>
                </a:highlight>
                <a:latin typeface="Roboto"/>
                <a:ea typeface="Roboto"/>
                <a:cs typeface="Roboto"/>
                <a:sym typeface="Roboto"/>
              </a:rPr>
              <a:t>Search (Augmented &amp; Complex)</a:t>
            </a:r>
            <a:endParaRPr sz="1050">
              <a:solidFill>
                <a:srgbClr val="172B4D"/>
              </a:solidFill>
              <a:highlight>
                <a:schemeClr val="lt1"/>
              </a:highlight>
              <a:latin typeface="Roboto"/>
              <a:ea typeface="Roboto"/>
              <a:cs typeface="Roboto"/>
              <a:sym typeface="Roboto"/>
            </a:endParaRPr>
          </a:p>
        </p:txBody>
      </p:sp>
      <p:grpSp>
        <p:nvGrpSpPr>
          <p:cNvPr id="330" name="Google Shape;330;p60"/>
          <p:cNvGrpSpPr/>
          <p:nvPr/>
        </p:nvGrpSpPr>
        <p:grpSpPr>
          <a:xfrm>
            <a:off x="4900878" y="4685900"/>
            <a:ext cx="5206816" cy="1587900"/>
            <a:chOff x="2118175" y="6862588"/>
            <a:chExt cx="5277000" cy="1587900"/>
          </a:xfrm>
        </p:grpSpPr>
        <p:sp>
          <p:nvSpPr>
            <p:cNvPr id="331" name="Google Shape;331;p60"/>
            <p:cNvSpPr/>
            <p:nvPr/>
          </p:nvSpPr>
          <p:spPr>
            <a:xfrm>
              <a:off x="2118175" y="6862588"/>
              <a:ext cx="5277000" cy="1587900"/>
            </a:xfrm>
            <a:prstGeom prst="flowChartAlternateProcess">
              <a:avLst/>
            </a:prstGeom>
            <a:solidFill>
              <a:srgbClr val="CECECE"/>
            </a:solidFill>
            <a:ln cap="flat" cmpd="sng" w="9525">
              <a:solidFill>
                <a:schemeClr val="dk2"/>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200">
                  <a:solidFill>
                    <a:schemeClr val="dk1"/>
                  </a:solidFill>
                </a:rPr>
                <a:t>Marketplace</a:t>
              </a:r>
              <a:endParaRPr b="1" sz="1200">
                <a:solidFill>
                  <a:schemeClr val="dk1"/>
                </a:solidFill>
              </a:endParaRPr>
            </a:p>
          </p:txBody>
        </p:sp>
        <p:grpSp>
          <p:nvGrpSpPr>
            <p:cNvPr id="332" name="Google Shape;332;p60"/>
            <p:cNvGrpSpPr/>
            <p:nvPr/>
          </p:nvGrpSpPr>
          <p:grpSpPr>
            <a:xfrm>
              <a:off x="4229092" y="7317145"/>
              <a:ext cx="1395333" cy="1062295"/>
              <a:chOff x="4305304" y="7331175"/>
              <a:chExt cx="1395333" cy="1062295"/>
            </a:xfrm>
          </p:grpSpPr>
          <p:sp>
            <p:nvSpPr>
              <p:cNvPr id="333" name="Google Shape;333;p60"/>
              <p:cNvSpPr txBox="1"/>
              <p:nvPr/>
            </p:nvSpPr>
            <p:spPr>
              <a:xfrm>
                <a:off x="4496646" y="8124070"/>
                <a:ext cx="1048200" cy="269400"/>
              </a:xfrm>
              <a:prstGeom prst="rect">
                <a:avLst/>
              </a:prstGeom>
              <a:noFill/>
              <a:ln>
                <a:noFill/>
              </a:ln>
            </p:spPr>
            <p:txBody>
              <a:bodyPr anchorCtr="0" anchor="t" bIns="57150" lIns="57150" spcFirstLastPara="1" rIns="57150" wrap="square" tIns="57150">
                <a:spAutoFit/>
              </a:bodyPr>
              <a:lstStyle/>
              <a:p>
                <a:pPr indent="0" lvl="0" marL="0" marR="0" rtl="0" algn="ctr">
                  <a:lnSpc>
                    <a:spcPct val="100000"/>
                  </a:lnSpc>
                  <a:spcBef>
                    <a:spcPts val="0"/>
                  </a:spcBef>
                  <a:spcAft>
                    <a:spcPts val="0"/>
                  </a:spcAft>
                  <a:buClr>
                    <a:srgbClr val="000000"/>
                  </a:buClr>
                  <a:buSzPts val="1000"/>
                  <a:buFont typeface="Arial"/>
                  <a:buNone/>
                </a:pPr>
                <a:r>
                  <a:rPr b="1" i="0" lang="en-US" sz="1000" u="none" cap="none" strike="noStrike">
                    <a:solidFill>
                      <a:srgbClr val="000000"/>
                    </a:solidFill>
                    <a:latin typeface="Verizon NHG TX"/>
                    <a:ea typeface="Verizon NHG TX"/>
                    <a:cs typeface="Verizon NHG TX"/>
                    <a:sym typeface="Verizon NHG TX"/>
                  </a:rPr>
                  <a:t>Protect</a:t>
                </a:r>
                <a:endParaRPr b="1" i="0" sz="1000" u="none" cap="none" strike="noStrike">
                  <a:solidFill>
                    <a:srgbClr val="000000"/>
                  </a:solidFill>
                  <a:latin typeface="Verizon NHG TX"/>
                  <a:ea typeface="Verizon NHG TX"/>
                  <a:cs typeface="Verizon NHG TX"/>
                  <a:sym typeface="Verizon NHG TX"/>
                </a:endParaRPr>
              </a:p>
            </p:txBody>
          </p:sp>
          <p:sp>
            <p:nvSpPr>
              <p:cNvPr id="334" name="Google Shape;334;p60"/>
              <p:cNvSpPr/>
              <p:nvPr/>
            </p:nvSpPr>
            <p:spPr>
              <a:xfrm>
                <a:off x="4305304" y="7331175"/>
                <a:ext cx="1395333" cy="831003"/>
              </a:xfrm>
              <a:custGeom>
                <a:rect b="b" l="l" r="r" t="t"/>
                <a:pathLst>
                  <a:path extrusionOk="0" h="2662" w="4936">
                    <a:moveTo>
                      <a:pt x="97" y="0"/>
                    </a:moveTo>
                    <a:lnTo>
                      <a:pt x="4838" y="0"/>
                    </a:lnTo>
                    <a:lnTo>
                      <a:pt x="4864" y="3"/>
                    </a:lnTo>
                    <a:lnTo>
                      <a:pt x="4888" y="13"/>
                    </a:lnTo>
                    <a:lnTo>
                      <a:pt x="4907" y="28"/>
                    </a:lnTo>
                    <a:lnTo>
                      <a:pt x="4922" y="48"/>
                    </a:lnTo>
                    <a:lnTo>
                      <a:pt x="4933" y="72"/>
                    </a:lnTo>
                    <a:lnTo>
                      <a:pt x="4936" y="97"/>
                    </a:lnTo>
                    <a:lnTo>
                      <a:pt x="4936" y="2662"/>
                    </a:lnTo>
                    <a:lnTo>
                      <a:pt x="0" y="2662"/>
                    </a:lnTo>
                    <a:lnTo>
                      <a:pt x="0" y="97"/>
                    </a:lnTo>
                    <a:lnTo>
                      <a:pt x="3" y="72"/>
                    </a:lnTo>
                    <a:lnTo>
                      <a:pt x="13" y="48"/>
                    </a:lnTo>
                    <a:lnTo>
                      <a:pt x="28" y="28"/>
                    </a:lnTo>
                    <a:lnTo>
                      <a:pt x="48" y="13"/>
                    </a:lnTo>
                    <a:lnTo>
                      <a:pt x="72" y="3"/>
                    </a:lnTo>
                    <a:lnTo>
                      <a:pt x="97" y="0"/>
                    </a:lnTo>
                    <a:close/>
                  </a:path>
                </a:pathLst>
              </a:custGeom>
              <a:solidFill>
                <a:srgbClr val="747676"/>
              </a:solidFill>
              <a:ln>
                <a:noFill/>
              </a:ln>
            </p:spPr>
            <p:txBody>
              <a:bodyPr anchorCtr="0" anchor="t" bIns="28575" lIns="57150" spcFirstLastPara="1" rIns="57150" wrap="square" tIns="285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sp>
            <p:nvSpPr>
              <p:cNvPr id="335" name="Google Shape;335;p60"/>
              <p:cNvSpPr/>
              <p:nvPr/>
            </p:nvSpPr>
            <p:spPr>
              <a:xfrm>
                <a:off x="4342617" y="7379161"/>
                <a:ext cx="1320704" cy="721119"/>
              </a:xfrm>
              <a:custGeom>
                <a:rect b="b" l="l" r="r" t="t"/>
                <a:pathLst>
                  <a:path extrusionOk="0" h="2535" w="4672">
                    <a:moveTo>
                      <a:pt x="99" y="0"/>
                    </a:moveTo>
                    <a:lnTo>
                      <a:pt x="4573" y="0"/>
                    </a:lnTo>
                    <a:lnTo>
                      <a:pt x="4600" y="3"/>
                    </a:lnTo>
                    <a:lnTo>
                      <a:pt x="4622" y="14"/>
                    </a:lnTo>
                    <a:lnTo>
                      <a:pt x="4642" y="29"/>
                    </a:lnTo>
                    <a:lnTo>
                      <a:pt x="4658" y="48"/>
                    </a:lnTo>
                    <a:lnTo>
                      <a:pt x="4667" y="72"/>
                    </a:lnTo>
                    <a:lnTo>
                      <a:pt x="4672" y="98"/>
                    </a:lnTo>
                    <a:lnTo>
                      <a:pt x="4672" y="2535"/>
                    </a:lnTo>
                    <a:lnTo>
                      <a:pt x="0" y="2535"/>
                    </a:lnTo>
                    <a:lnTo>
                      <a:pt x="0" y="98"/>
                    </a:lnTo>
                    <a:lnTo>
                      <a:pt x="4" y="72"/>
                    </a:lnTo>
                    <a:lnTo>
                      <a:pt x="13" y="48"/>
                    </a:lnTo>
                    <a:lnTo>
                      <a:pt x="28" y="29"/>
                    </a:lnTo>
                    <a:lnTo>
                      <a:pt x="49" y="14"/>
                    </a:lnTo>
                    <a:lnTo>
                      <a:pt x="72" y="3"/>
                    </a:lnTo>
                    <a:lnTo>
                      <a:pt x="99" y="0"/>
                    </a:lnTo>
                    <a:close/>
                  </a:path>
                </a:pathLst>
              </a:custGeom>
              <a:solidFill>
                <a:srgbClr val="FFFFFF"/>
              </a:solidFill>
              <a:ln>
                <a:noFill/>
              </a:ln>
            </p:spPr>
            <p:txBody>
              <a:bodyPr anchorCtr="0" anchor="t" bIns="28575" lIns="57150" spcFirstLastPara="1" rIns="57150" wrap="square" tIns="285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pic>
            <p:nvPicPr>
              <p:cNvPr id="336" name="Google Shape;336;p60"/>
              <p:cNvPicPr preferRelativeResize="0"/>
              <p:nvPr/>
            </p:nvPicPr>
            <p:blipFill rotWithShape="1">
              <a:blip r:embed="rId7">
                <a:alphaModFix/>
              </a:blip>
              <a:srcRect b="0" l="0" r="0" t="0"/>
              <a:stretch/>
            </p:blipFill>
            <p:spPr>
              <a:xfrm>
                <a:off x="4336185" y="7379158"/>
                <a:ext cx="1333661" cy="721118"/>
              </a:xfrm>
              <a:prstGeom prst="rect">
                <a:avLst/>
              </a:prstGeom>
              <a:noFill/>
              <a:ln>
                <a:noFill/>
              </a:ln>
            </p:spPr>
          </p:pic>
        </p:grpSp>
        <p:grpSp>
          <p:nvGrpSpPr>
            <p:cNvPr id="337" name="Google Shape;337;p60"/>
            <p:cNvGrpSpPr/>
            <p:nvPr/>
          </p:nvGrpSpPr>
          <p:grpSpPr>
            <a:xfrm>
              <a:off x="5845942" y="7317145"/>
              <a:ext cx="1395333" cy="1062292"/>
              <a:chOff x="6650217" y="7331607"/>
              <a:chExt cx="1395333" cy="1062292"/>
            </a:xfrm>
          </p:grpSpPr>
          <p:sp>
            <p:nvSpPr>
              <p:cNvPr id="338" name="Google Shape;338;p60"/>
              <p:cNvSpPr txBox="1"/>
              <p:nvPr/>
            </p:nvSpPr>
            <p:spPr>
              <a:xfrm>
                <a:off x="6810038" y="8124499"/>
                <a:ext cx="1048200" cy="269400"/>
              </a:xfrm>
              <a:prstGeom prst="rect">
                <a:avLst/>
              </a:prstGeom>
              <a:noFill/>
              <a:ln>
                <a:noFill/>
              </a:ln>
            </p:spPr>
            <p:txBody>
              <a:bodyPr anchorCtr="0" anchor="t" bIns="57150" lIns="57150" spcFirstLastPara="1" rIns="57150" wrap="square" tIns="57150">
                <a:spAutoFit/>
              </a:bodyPr>
              <a:lstStyle/>
              <a:p>
                <a:pPr indent="0" lvl="0" marL="0" marR="0" rtl="0" algn="ctr">
                  <a:lnSpc>
                    <a:spcPct val="100000"/>
                  </a:lnSpc>
                  <a:spcBef>
                    <a:spcPts val="0"/>
                  </a:spcBef>
                  <a:spcAft>
                    <a:spcPts val="0"/>
                  </a:spcAft>
                  <a:buClr>
                    <a:srgbClr val="000000"/>
                  </a:buClr>
                  <a:buSzPts val="1000"/>
                  <a:buFont typeface="Arial"/>
                  <a:buNone/>
                </a:pPr>
                <a:r>
                  <a:rPr b="1" lang="en-US" sz="1000">
                    <a:latin typeface="Verizon NHG TX"/>
                    <a:ea typeface="Verizon NHG TX"/>
                    <a:cs typeface="Verizon NHG TX"/>
                    <a:sym typeface="Verizon NHG TX"/>
                  </a:rPr>
                  <a:t>Dashboards</a:t>
                </a:r>
                <a:endParaRPr b="1" i="0" sz="1000" u="none" cap="none" strike="noStrike">
                  <a:solidFill>
                    <a:srgbClr val="000000"/>
                  </a:solidFill>
                  <a:latin typeface="Verizon NHG TX"/>
                  <a:ea typeface="Verizon NHG TX"/>
                  <a:cs typeface="Verizon NHG TX"/>
                  <a:sym typeface="Verizon NHG TX"/>
                </a:endParaRPr>
              </a:p>
            </p:txBody>
          </p:sp>
          <p:sp>
            <p:nvSpPr>
              <p:cNvPr id="339" name="Google Shape;339;p60"/>
              <p:cNvSpPr/>
              <p:nvPr/>
            </p:nvSpPr>
            <p:spPr>
              <a:xfrm>
                <a:off x="6650217" y="7331607"/>
                <a:ext cx="1395333" cy="831003"/>
              </a:xfrm>
              <a:custGeom>
                <a:rect b="b" l="l" r="r" t="t"/>
                <a:pathLst>
                  <a:path extrusionOk="0" h="2662" w="4936">
                    <a:moveTo>
                      <a:pt x="97" y="0"/>
                    </a:moveTo>
                    <a:lnTo>
                      <a:pt x="4838" y="0"/>
                    </a:lnTo>
                    <a:lnTo>
                      <a:pt x="4864" y="3"/>
                    </a:lnTo>
                    <a:lnTo>
                      <a:pt x="4888" y="13"/>
                    </a:lnTo>
                    <a:lnTo>
                      <a:pt x="4907" y="28"/>
                    </a:lnTo>
                    <a:lnTo>
                      <a:pt x="4922" y="48"/>
                    </a:lnTo>
                    <a:lnTo>
                      <a:pt x="4933" y="72"/>
                    </a:lnTo>
                    <a:lnTo>
                      <a:pt x="4936" y="97"/>
                    </a:lnTo>
                    <a:lnTo>
                      <a:pt x="4936" y="2662"/>
                    </a:lnTo>
                    <a:lnTo>
                      <a:pt x="0" y="2662"/>
                    </a:lnTo>
                    <a:lnTo>
                      <a:pt x="0" y="97"/>
                    </a:lnTo>
                    <a:lnTo>
                      <a:pt x="3" y="72"/>
                    </a:lnTo>
                    <a:lnTo>
                      <a:pt x="13" y="48"/>
                    </a:lnTo>
                    <a:lnTo>
                      <a:pt x="28" y="28"/>
                    </a:lnTo>
                    <a:lnTo>
                      <a:pt x="48" y="13"/>
                    </a:lnTo>
                    <a:lnTo>
                      <a:pt x="72" y="3"/>
                    </a:lnTo>
                    <a:lnTo>
                      <a:pt x="97" y="0"/>
                    </a:lnTo>
                    <a:close/>
                  </a:path>
                </a:pathLst>
              </a:custGeom>
              <a:solidFill>
                <a:srgbClr val="747676"/>
              </a:solidFill>
              <a:ln>
                <a:noFill/>
              </a:ln>
            </p:spPr>
            <p:txBody>
              <a:bodyPr anchorCtr="0" anchor="t" bIns="28575" lIns="57150" spcFirstLastPara="1" rIns="57150" wrap="square" tIns="285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grpSp>
            <p:nvGrpSpPr>
              <p:cNvPr id="340" name="Google Shape;340;p60"/>
              <p:cNvGrpSpPr/>
              <p:nvPr/>
            </p:nvGrpSpPr>
            <p:grpSpPr>
              <a:xfrm>
                <a:off x="7112540" y="7413135"/>
                <a:ext cx="457287" cy="558947"/>
                <a:chOff x="3927822" y="1615095"/>
                <a:chExt cx="1287770" cy="1975776"/>
              </a:xfrm>
            </p:grpSpPr>
            <p:sp>
              <p:nvSpPr>
                <p:cNvPr id="341" name="Google Shape;341;p60"/>
                <p:cNvSpPr/>
                <p:nvPr/>
              </p:nvSpPr>
              <p:spPr>
                <a:xfrm rot="2700000">
                  <a:off x="4943599" y="3315470"/>
                  <a:ext cx="223587" cy="229527"/>
                </a:xfrm>
                <a:prstGeom prst="rightArrow">
                  <a:avLst>
                    <a:gd fmla="val 11063" name="adj1"/>
                    <a:gd fmla="val 50000" name="adj2"/>
                  </a:avLst>
                </a:prstGeom>
                <a:solidFill>
                  <a:srgbClr val="D9D9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sp>
              <p:nvSpPr>
                <p:cNvPr id="342" name="Google Shape;342;p60"/>
                <p:cNvSpPr/>
                <p:nvPr/>
              </p:nvSpPr>
              <p:spPr>
                <a:xfrm rot="-2700000">
                  <a:off x="4930477" y="2311950"/>
                  <a:ext cx="229951" cy="223587"/>
                </a:xfrm>
                <a:prstGeom prst="rightArrow">
                  <a:avLst>
                    <a:gd fmla="val 11082" name="adj1"/>
                    <a:gd fmla="val 50000" name="adj2"/>
                  </a:avLst>
                </a:prstGeom>
                <a:solidFill>
                  <a:srgbClr val="D9D9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sp>
              <p:nvSpPr>
                <p:cNvPr id="343" name="Google Shape;343;p60"/>
                <p:cNvSpPr/>
                <p:nvPr/>
              </p:nvSpPr>
              <p:spPr>
                <a:xfrm rot="8100000">
                  <a:off x="3993369" y="3318003"/>
                  <a:ext cx="229951" cy="224436"/>
                </a:xfrm>
                <a:prstGeom prst="rightArrow">
                  <a:avLst>
                    <a:gd fmla="val 11058" name="adj1"/>
                    <a:gd fmla="val 50000" name="adj2"/>
                  </a:avLst>
                </a:prstGeom>
                <a:solidFill>
                  <a:srgbClr val="D9D9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sp>
              <p:nvSpPr>
                <p:cNvPr id="344" name="Google Shape;344;p60"/>
                <p:cNvSpPr/>
                <p:nvPr/>
              </p:nvSpPr>
              <p:spPr>
                <a:xfrm rot="-8100000">
                  <a:off x="3976254" y="2308859"/>
                  <a:ext cx="224436" cy="229951"/>
                </a:xfrm>
                <a:prstGeom prst="rightArrow">
                  <a:avLst>
                    <a:gd fmla="val 11063" name="adj1"/>
                    <a:gd fmla="val 50000" name="adj2"/>
                  </a:avLst>
                </a:prstGeom>
                <a:solidFill>
                  <a:srgbClr val="D9D9D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000000"/>
                    </a:solidFill>
                    <a:latin typeface="Calibri"/>
                    <a:ea typeface="Calibri"/>
                    <a:cs typeface="Calibri"/>
                    <a:sym typeface="Calibri"/>
                  </a:endParaRPr>
                </a:p>
              </p:txBody>
            </p:sp>
            <p:grpSp>
              <p:nvGrpSpPr>
                <p:cNvPr descr="Group of men" id="345" name="Google Shape;345;p60"/>
                <p:cNvGrpSpPr/>
                <p:nvPr/>
              </p:nvGrpSpPr>
              <p:grpSpPr>
                <a:xfrm>
                  <a:off x="4459618" y="1615095"/>
                  <a:ext cx="235027" cy="51412"/>
                  <a:chOff x="4961831" y="2253517"/>
                  <a:chExt cx="235027" cy="51412"/>
                </a:xfrm>
              </p:grpSpPr>
              <p:sp>
                <p:nvSpPr>
                  <p:cNvPr id="346" name="Google Shape;346;p60"/>
                  <p:cNvSpPr/>
                  <p:nvPr/>
                </p:nvSpPr>
                <p:spPr>
                  <a:xfrm>
                    <a:off x="5145446" y="2253517"/>
                    <a:ext cx="51412" cy="51412"/>
                  </a:xfrm>
                  <a:custGeom>
                    <a:rect b="b" l="l" r="r" t="t"/>
                    <a:pathLst>
                      <a:path extrusionOk="0" h="51412" w="51412">
                        <a:moveTo>
                          <a:pt x="51412" y="25706"/>
                        </a:moveTo>
                        <a:cubicBezTo>
                          <a:pt x="51412" y="39903"/>
                          <a:pt x="39903" y="51412"/>
                          <a:pt x="25706" y="51412"/>
                        </a:cubicBezTo>
                        <a:cubicBezTo>
                          <a:pt x="11509" y="51412"/>
                          <a:pt x="0" y="39903"/>
                          <a:pt x="0" y="25706"/>
                        </a:cubicBezTo>
                        <a:cubicBezTo>
                          <a:pt x="0" y="11509"/>
                          <a:pt x="11509" y="0"/>
                          <a:pt x="25706" y="0"/>
                        </a:cubicBezTo>
                        <a:cubicBezTo>
                          <a:pt x="39903" y="0"/>
                          <a:pt x="51412" y="11509"/>
                          <a:pt x="51412" y="25706"/>
                        </a:cubicBezTo>
                        <a:close/>
                      </a:path>
                    </a:pathLst>
                  </a:custGeom>
                  <a:solidFill>
                    <a:srgbClr val="0089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347" name="Google Shape;347;p60"/>
                  <p:cNvSpPr/>
                  <p:nvPr/>
                </p:nvSpPr>
                <p:spPr>
                  <a:xfrm>
                    <a:off x="4961831" y="2253517"/>
                    <a:ext cx="51412" cy="51412"/>
                  </a:xfrm>
                  <a:custGeom>
                    <a:rect b="b" l="l" r="r" t="t"/>
                    <a:pathLst>
                      <a:path extrusionOk="0" h="51412" w="51412">
                        <a:moveTo>
                          <a:pt x="51412" y="25706"/>
                        </a:moveTo>
                        <a:cubicBezTo>
                          <a:pt x="51412" y="39903"/>
                          <a:pt x="39903" y="51412"/>
                          <a:pt x="25706" y="51412"/>
                        </a:cubicBezTo>
                        <a:cubicBezTo>
                          <a:pt x="11509" y="51412"/>
                          <a:pt x="0" y="39903"/>
                          <a:pt x="0" y="25706"/>
                        </a:cubicBezTo>
                        <a:cubicBezTo>
                          <a:pt x="0" y="11509"/>
                          <a:pt x="11509" y="0"/>
                          <a:pt x="25706" y="0"/>
                        </a:cubicBezTo>
                        <a:cubicBezTo>
                          <a:pt x="39903" y="0"/>
                          <a:pt x="51412" y="11509"/>
                          <a:pt x="51412" y="25706"/>
                        </a:cubicBezTo>
                        <a:close/>
                      </a:path>
                    </a:pathLst>
                  </a:custGeom>
                  <a:solidFill>
                    <a:srgbClr val="0089C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grpSp>
          </p:grpSp>
        </p:grpSp>
        <p:grpSp>
          <p:nvGrpSpPr>
            <p:cNvPr id="348" name="Google Shape;348;p60"/>
            <p:cNvGrpSpPr/>
            <p:nvPr/>
          </p:nvGrpSpPr>
          <p:grpSpPr>
            <a:xfrm>
              <a:off x="2561746" y="7317145"/>
              <a:ext cx="1395276" cy="1069367"/>
              <a:chOff x="1832521" y="7317145"/>
              <a:chExt cx="1395276" cy="1069367"/>
            </a:xfrm>
          </p:grpSpPr>
          <p:sp>
            <p:nvSpPr>
              <p:cNvPr id="349" name="Google Shape;349;p60"/>
              <p:cNvSpPr txBox="1"/>
              <p:nvPr/>
            </p:nvSpPr>
            <p:spPr>
              <a:xfrm>
                <a:off x="1849800" y="8117113"/>
                <a:ext cx="1359900" cy="269400"/>
              </a:xfrm>
              <a:prstGeom prst="rect">
                <a:avLst/>
              </a:prstGeom>
              <a:noFill/>
              <a:ln>
                <a:noFill/>
              </a:ln>
            </p:spPr>
            <p:txBody>
              <a:bodyPr anchorCtr="0" anchor="t" bIns="57150" lIns="57150" spcFirstLastPara="1" rIns="57150" wrap="square" tIns="57150">
                <a:spAutoFit/>
              </a:bodyPr>
              <a:lstStyle/>
              <a:p>
                <a:pPr indent="0" lvl="0" marL="0" marR="0" rtl="0" algn="ctr">
                  <a:lnSpc>
                    <a:spcPct val="100000"/>
                  </a:lnSpc>
                  <a:spcBef>
                    <a:spcPts val="0"/>
                  </a:spcBef>
                  <a:spcAft>
                    <a:spcPts val="0"/>
                  </a:spcAft>
                  <a:buClr>
                    <a:srgbClr val="000000"/>
                  </a:buClr>
                  <a:buSzPts val="1000"/>
                  <a:buFont typeface="Arial"/>
                  <a:buNone/>
                </a:pPr>
                <a:r>
                  <a:rPr b="1" lang="en-US" sz="1000">
                    <a:latin typeface="Verizon NHG TX"/>
                    <a:ea typeface="Verizon NHG TX"/>
                    <a:cs typeface="Verizon NHG TX"/>
                    <a:sym typeface="Verizon NHG TX"/>
                  </a:rPr>
                  <a:t>Search &amp; </a:t>
                </a:r>
                <a:r>
                  <a:rPr b="1" i="0" lang="en-US" sz="1000" u="none" cap="none" strike="noStrike">
                    <a:solidFill>
                      <a:srgbClr val="000000"/>
                    </a:solidFill>
                    <a:latin typeface="Verizon NHG TX"/>
                    <a:ea typeface="Verizon NHG TX"/>
                    <a:cs typeface="Verizon NHG TX"/>
                    <a:sym typeface="Verizon NHG TX"/>
                  </a:rPr>
                  <a:t>Discover</a:t>
                </a:r>
                <a:endParaRPr b="1" i="0" sz="1000" u="none" cap="none" strike="noStrike">
                  <a:solidFill>
                    <a:srgbClr val="000000"/>
                  </a:solidFill>
                  <a:latin typeface="Verizon NHG TX"/>
                  <a:ea typeface="Verizon NHG TX"/>
                  <a:cs typeface="Verizon NHG TX"/>
                  <a:sym typeface="Verizon NHG TX"/>
                </a:endParaRPr>
              </a:p>
            </p:txBody>
          </p:sp>
          <p:grpSp>
            <p:nvGrpSpPr>
              <p:cNvPr id="350" name="Google Shape;350;p60"/>
              <p:cNvGrpSpPr/>
              <p:nvPr/>
            </p:nvGrpSpPr>
            <p:grpSpPr>
              <a:xfrm>
                <a:off x="1832521" y="7317145"/>
                <a:ext cx="1395276" cy="831007"/>
                <a:chOff x="1123416" y="1000432"/>
                <a:chExt cx="1484811" cy="994503"/>
              </a:xfrm>
            </p:grpSpPr>
            <p:sp>
              <p:nvSpPr>
                <p:cNvPr id="351" name="Google Shape;351;p60"/>
                <p:cNvSpPr/>
                <p:nvPr/>
              </p:nvSpPr>
              <p:spPr>
                <a:xfrm>
                  <a:off x="1123416" y="1000432"/>
                  <a:ext cx="1484811" cy="994503"/>
                </a:xfrm>
                <a:custGeom>
                  <a:rect b="b" l="l" r="r" t="t"/>
                  <a:pathLst>
                    <a:path extrusionOk="0" h="2662" w="4936">
                      <a:moveTo>
                        <a:pt x="97" y="0"/>
                      </a:moveTo>
                      <a:lnTo>
                        <a:pt x="4838" y="0"/>
                      </a:lnTo>
                      <a:lnTo>
                        <a:pt x="4864" y="3"/>
                      </a:lnTo>
                      <a:lnTo>
                        <a:pt x="4888" y="13"/>
                      </a:lnTo>
                      <a:lnTo>
                        <a:pt x="4907" y="28"/>
                      </a:lnTo>
                      <a:lnTo>
                        <a:pt x="4922" y="48"/>
                      </a:lnTo>
                      <a:lnTo>
                        <a:pt x="4933" y="72"/>
                      </a:lnTo>
                      <a:lnTo>
                        <a:pt x="4936" y="97"/>
                      </a:lnTo>
                      <a:lnTo>
                        <a:pt x="4936" y="2662"/>
                      </a:lnTo>
                      <a:lnTo>
                        <a:pt x="0" y="2662"/>
                      </a:lnTo>
                      <a:lnTo>
                        <a:pt x="0" y="97"/>
                      </a:lnTo>
                      <a:lnTo>
                        <a:pt x="3" y="72"/>
                      </a:lnTo>
                      <a:lnTo>
                        <a:pt x="13" y="48"/>
                      </a:lnTo>
                      <a:lnTo>
                        <a:pt x="28" y="28"/>
                      </a:lnTo>
                      <a:lnTo>
                        <a:pt x="48" y="13"/>
                      </a:lnTo>
                      <a:lnTo>
                        <a:pt x="72" y="3"/>
                      </a:lnTo>
                      <a:lnTo>
                        <a:pt x="97" y="0"/>
                      </a:lnTo>
                      <a:close/>
                    </a:path>
                  </a:pathLst>
                </a:custGeom>
                <a:solidFill>
                  <a:srgbClr val="747676"/>
                </a:solidFill>
                <a:ln>
                  <a:noFill/>
                </a:ln>
              </p:spPr>
              <p:txBody>
                <a:bodyPr anchorCtr="0" anchor="t" bIns="28575" lIns="57150" spcFirstLastPara="1" rIns="57150" wrap="square" tIns="285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sp>
              <p:nvSpPr>
                <p:cNvPr id="352" name="Google Shape;352;p60"/>
                <p:cNvSpPr/>
                <p:nvPr/>
              </p:nvSpPr>
              <p:spPr>
                <a:xfrm>
                  <a:off x="1163121" y="1057859"/>
                  <a:ext cx="1405396" cy="862996"/>
                </a:xfrm>
                <a:custGeom>
                  <a:rect b="b" l="l" r="r" t="t"/>
                  <a:pathLst>
                    <a:path extrusionOk="0" h="2535" w="4672">
                      <a:moveTo>
                        <a:pt x="99" y="0"/>
                      </a:moveTo>
                      <a:lnTo>
                        <a:pt x="4573" y="0"/>
                      </a:lnTo>
                      <a:lnTo>
                        <a:pt x="4600" y="3"/>
                      </a:lnTo>
                      <a:lnTo>
                        <a:pt x="4622" y="14"/>
                      </a:lnTo>
                      <a:lnTo>
                        <a:pt x="4642" y="29"/>
                      </a:lnTo>
                      <a:lnTo>
                        <a:pt x="4658" y="48"/>
                      </a:lnTo>
                      <a:lnTo>
                        <a:pt x="4667" y="72"/>
                      </a:lnTo>
                      <a:lnTo>
                        <a:pt x="4672" y="98"/>
                      </a:lnTo>
                      <a:lnTo>
                        <a:pt x="4672" y="2535"/>
                      </a:lnTo>
                      <a:lnTo>
                        <a:pt x="0" y="2535"/>
                      </a:lnTo>
                      <a:lnTo>
                        <a:pt x="0" y="98"/>
                      </a:lnTo>
                      <a:lnTo>
                        <a:pt x="4" y="72"/>
                      </a:lnTo>
                      <a:lnTo>
                        <a:pt x="13" y="48"/>
                      </a:lnTo>
                      <a:lnTo>
                        <a:pt x="28" y="29"/>
                      </a:lnTo>
                      <a:lnTo>
                        <a:pt x="49" y="14"/>
                      </a:lnTo>
                      <a:lnTo>
                        <a:pt x="72" y="3"/>
                      </a:lnTo>
                      <a:lnTo>
                        <a:pt x="99" y="0"/>
                      </a:lnTo>
                      <a:close/>
                    </a:path>
                  </a:pathLst>
                </a:custGeom>
                <a:solidFill>
                  <a:srgbClr val="FFFFFF"/>
                </a:solidFill>
                <a:ln>
                  <a:noFill/>
                </a:ln>
              </p:spPr>
              <p:txBody>
                <a:bodyPr anchorCtr="0" anchor="t" bIns="28575" lIns="57150" spcFirstLastPara="1" rIns="57150" wrap="square" tIns="28575">
                  <a:noAutofit/>
                </a:bodyPr>
                <a:lstStyle/>
                <a:p>
                  <a:pPr indent="0" lvl="0" marL="0" marR="0" rtl="0" algn="ctr">
                    <a:lnSpc>
                      <a:spcPct val="100000"/>
                    </a:lnSpc>
                    <a:spcBef>
                      <a:spcPts val="0"/>
                    </a:spcBef>
                    <a:spcAft>
                      <a:spcPts val="0"/>
                    </a:spcAft>
                    <a:buClr>
                      <a:srgbClr val="000000"/>
                    </a:buClr>
                    <a:buSzPts val="1500"/>
                    <a:buFont typeface="Arial"/>
                    <a:buNone/>
                  </a:pPr>
                  <a:r>
                    <a:t/>
                  </a:r>
                  <a:endParaRPr b="0" i="0" sz="1500" u="none" cap="none" strike="noStrike">
                    <a:solidFill>
                      <a:srgbClr val="000000"/>
                    </a:solidFill>
                    <a:latin typeface="Calibri"/>
                    <a:ea typeface="Calibri"/>
                    <a:cs typeface="Calibri"/>
                    <a:sym typeface="Calibri"/>
                  </a:endParaRPr>
                </a:p>
              </p:txBody>
            </p:sp>
            <p:grpSp>
              <p:nvGrpSpPr>
                <p:cNvPr id="353" name="Google Shape;353;p60"/>
                <p:cNvGrpSpPr/>
                <p:nvPr/>
              </p:nvGrpSpPr>
              <p:grpSpPr>
                <a:xfrm>
                  <a:off x="1160880" y="1112147"/>
                  <a:ext cx="1405859" cy="751711"/>
                  <a:chOff x="653366" y="3385750"/>
                  <a:chExt cx="1405859" cy="751711"/>
                </a:xfrm>
              </p:grpSpPr>
              <p:pic>
                <p:nvPicPr>
                  <p:cNvPr id="354" name="Google Shape;354;p60"/>
                  <p:cNvPicPr preferRelativeResize="0"/>
                  <p:nvPr/>
                </p:nvPicPr>
                <p:blipFill rotWithShape="1">
                  <a:blip r:embed="rId8">
                    <a:alphaModFix/>
                  </a:blip>
                  <a:srcRect b="0" l="0" r="0" t="0"/>
                  <a:stretch/>
                </p:blipFill>
                <p:spPr>
                  <a:xfrm>
                    <a:off x="661550" y="3385750"/>
                    <a:ext cx="1397675" cy="751634"/>
                  </a:xfrm>
                  <a:prstGeom prst="rect">
                    <a:avLst/>
                  </a:prstGeom>
                  <a:noFill/>
                  <a:ln>
                    <a:noFill/>
                  </a:ln>
                </p:spPr>
              </p:pic>
              <p:sp>
                <p:nvSpPr>
                  <p:cNvPr id="355" name="Google Shape;355;p60"/>
                  <p:cNvSpPr txBox="1"/>
                  <p:nvPr/>
                </p:nvSpPr>
                <p:spPr>
                  <a:xfrm>
                    <a:off x="653366" y="3591761"/>
                    <a:ext cx="562500" cy="545700"/>
                  </a:xfrm>
                  <a:prstGeom prst="rect">
                    <a:avLst/>
                  </a:prstGeom>
                  <a:solidFill>
                    <a:srgbClr val="CFE2F3"/>
                  </a:solid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500"/>
                      <a:buFont typeface="Arial"/>
                      <a:buNone/>
                    </a:pPr>
                    <a:r>
                      <a:rPr b="1" i="0" lang="en-US" sz="700" u="none" cap="none" strike="noStrike">
                        <a:solidFill>
                          <a:srgbClr val="C00000"/>
                        </a:solidFill>
                        <a:latin typeface="Verizon NHG TX"/>
                        <a:ea typeface="Verizon NHG TX"/>
                        <a:cs typeface="Verizon NHG TX"/>
                        <a:sym typeface="Verizon NHG TX"/>
                      </a:rPr>
                      <a:t>Verizon </a:t>
                    </a:r>
                    <a:endParaRPr b="1" i="0" sz="700" u="none" cap="none" strike="noStrike">
                      <a:solidFill>
                        <a:srgbClr val="C00000"/>
                      </a:solidFill>
                      <a:latin typeface="Verizon NHG TX"/>
                      <a:ea typeface="Verizon NHG TX"/>
                      <a:cs typeface="Verizon NHG TX"/>
                      <a:sym typeface="Verizon NHG TX"/>
                    </a:endParaRPr>
                  </a:p>
                  <a:p>
                    <a:pPr indent="0" lvl="0" marL="0" marR="0" rtl="0" algn="ctr">
                      <a:lnSpc>
                        <a:spcPct val="100000"/>
                      </a:lnSpc>
                      <a:spcBef>
                        <a:spcPts val="0"/>
                      </a:spcBef>
                      <a:spcAft>
                        <a:spcPts val="0"/>
                      </a:spcAft>
                      <a:buClr>
                        <a:srgbClr val="000000"/>
                      </a:buClr>
                      <a:buSzPts val="500"/>
                      <a:buFont typeface="Arial"/>
                      <a:buNone/>
                    </a:pPr>
                    <a:r>
                      <a:rPr b="1" i="0" lang="en-US" sz="700" u="none" cap="none" strike="noStrike">
                        <a:solidFill>
                          <a:srgbClr val="C00000"/>
                        </a:solidFill>
                        <a:latin typeface="Verizon NHG TX"/>
                        <a:ea typeface="Verizon NHG TX"/>
                        <a:cs typeface="Verizon NHG TX"/>
                        <a:sym typeface="Verizon NHG TX"/>
                      </a:rPr>
                      <a:t>Data Catalog</a:t>
                    </a:r>
                    <a:endParaRPr b="1" i="0" sz="700" u="none" cap="none" strike="noStrike">
                      <a:solidFill>
                        <a:srgbClr val="C00000"/>
                      </a:solidFill>
                      <a:latin typeface="Verizon NHG TX"/>
                      <a:ea typeface="Verizon NHG TX"/>
                      <a:cs typeface="Verizon NHG TX"/>
                      <a:sym typeface="Verizon NHG TX"/>
                    </a:endParaRPr>
                  </a:p>
                </p:txBody>
              </p:sp>
            </p:grpSp>
          </p:grpSp>
        </p:grpSp>
      </p:grpSp>
      <p:pic>
        <p:nvPicPr>
          <p:cNvPr descr="Operational Dashboard Report — Excel Dashboards VBA" id="356" name="Google Shape;356;p60"/>
          <p:cNvPicPr preferRelativeResize="0"/>
          <p:nvPr/>
        </p:nvPicPr>
        <p:blipFill rotWithShape="1">
          <a:blip r:embed="rId9">
            <a:alphaModFix/>
          </a:blip>
          <a:srcRect b="0" l="0" r="0" t="0"/>
          <a:stretch/>
        </p:blipFill>
        <p:spPr>
          <a:xfrm>
            <a:off x="8704525" y="5203950"/>
            <a:ext cx="1171625" cy="692800"/>
          </a:xfrm>
          <a:prstGeom prst="rect">
            <a:avLst/>
          </a:prstGeom>
          <a:noFill/>
          <a:ln>
            <a:noFill/>
          </a:ln>
        </p:spPr>
      </p:pic>
      <p:sp>
        <p:nvSpPr>
          <p:cNvPr id="357" name="Google Shape;357;p60"/>
          <p:cNvSpPr txBox="1"/>
          <p:nvPr/>
        </p:nvSpPr>
        <p:spPr>
          <a:xfrm>
            <a:off x="3279925" y="4911700"/>
            <a:ext cx="1695300" cy="1006500"/>
          </a:xfrm>
          <a:prstGeom prst="rect">
            <a:avLst/>
          </a:prstGeom>
          <a:noFill/>
          <a:ln>
            <a:noFill/>
          </a:ln>
        </p:spPr>
        <p:txBody>
          <a:bodyPr anchorCtr="0" anchor="t" bIns="91425" lIns="91425" spcFirstLastPara="1" rIns="91425" wrap="square" tIns="91425">
            <a:spAutoFit/>
          </a:bodyPr>
          <a:lstStyle/>
          <a:p>
            <a:pPr indent="0" lvl="0" marL="457200" rtl="0" algn="l">
              <a:lnSpc>
                <a:spcPct val="115000"/>
              </a:lnSpc>
              <a:spcBef>
                <a:spcPts val="800"/>
              </a:spcBef>
              <a:spcAft>
                <a:spcPts val="0"/>
              </a:spcAft>
              <a:buNone/>
            </a:pPr>
            <a:r>
              <a:rPr lang="en-US" sz="1050">
                <a:solidFill>
                  <a:srgbClr val="172B4D"/>
                </a:solidFill>
                <a:highlight>
                  <a:schemeClr val="lt1"/>
                </a:highlight>
                <a:latin typeface="Roboto"/>
                <a:ea typeface="Roboto"/>
                <a:cs typeface="Roboto"/>
                <a:sym typeface="Roboto"/>
              </a:rPr>
              <a:t>Services</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80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User Onboarding</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Order (Subscribe)</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Order (Test Data)</a:t>
            </a:r>
            <a:endParaRPr sz="1050">
              <a:solidFill>
                <a:srgbClr val="172B4D"/>
              </a:solidFill>
              <a:highlight>
                <a:schemeClr val="lt1"/>
              </a:highlight>
              <a:latin typeface="Roboto"/>
              <a:ea typeface="Roboto"/>
              <a:cs typeface="Roboto"/>
              <a:sym typeface="Roboto"/>
            </a:endParaRPr>
          </a:p>
        </p:txBody>
      </p:sp>
      <p:sp>
        <p:nvSpPr>
          <p:cNvPr id="358" name="Google Shape;358;p60"/>
          <p:cNvSpPr txBox="1"/>
          <p:nvPr/>
        </p:nvSpPr>
        <p:spPr>
          <a:xfrm>
            <a:off x="10279300" y="5047100"/>
            <a:ext cx="1695300" cy="717900"/>
          </a:xfrm>
          <a:prstGeom prst="rect">
            <a:avLst/>
          </a:prstGeom>
          <a:noFill/>
          <a:ln>
            <a:noFill/>
          </a:ln>
        </p:spPr>
        <p:txBody>
          <a:bodyPr anchorCtr="0" anchor="t" bIns="91425" lIns="91425" spcFirstLastPara="1" rIns="91425" wrap="square" tIns="91425">
            <a:spAutoFit/>
          </a:bodyPr>
          <a:lstStyle/>
          <a:p>
            <a:pPr indent="-180975" lvl="0" marL="171450" rtl="0" algn="l">
              <a:lnSpc>
                <a:spcPct val="115000"/>
              </a:lnSpc>
              <a:spcBef>
                <a:spcPts val="80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Consumer Portfolios</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Community Portals</a:t>
            </a:r>
            <a:endParaRPr sz="1050">
              <a:solidFill>
                <a:srgbClr val="172B4D"/>
              </a:solidFill>
              <a:highlight>
                <a:schemeClr val="lt1"/>
              </a:highlight>
              <a:latin typeface="Roboto"/>
              <a:ea typeface="Roboto"/>
              <a:cs typeface="Roboto"/>
              <a:sym typeface="Roboto"/>
            </a:endParaRPr>
          </a:p>
          <a:p>
            <a:pPr indent="-180975" lvl="0" marL="171450" rtl="0" algn="l">
              <a:lnSpc>
                <a:spcPct val="115000"/>
              </a:lnSpc>
              <a:spcBef>
                <a:spcPts val="0"/>
              </a:spcBef>
              <a:spcAft>
                <a:spcPts val="0"/>
              </a:spcAft>
              <a:buClr>
                <a:srgbClr val="172B4D"/>
              </a:buClr>
              <a:buSzPts val="1050"/>
              <a:buFont typeface="Roboto"/>
              <a:buChar char="●"/>
            </a:pPr>
            <a:r>
              <a:rPr lang="en-US" sz="1050">
                <a:solidFill>
                  <a:srgbClr val="172B4D"/>
                </a:solidFill>
                <a:highlight>
                  <a:schemeClr val="lt1"/>
                </a:highlight>
                <a:latin typeface="Roboto"/>
                <a:ea typeface="Roboto"/>
                <a:cs typeface="Roboto"/>
                <a:sym typeface="Roboto"/>
              </a:rPr>
              <a:t>Operational Insights</a:t>
            </a:r>
            <a:endParaRPr sz="1050">
              <a:solidFill>
                <a:srgbClr val="172B4D"/>
              </a:solidFill>
              <a:highlight>
                <a:schemeClr val="lt1"/>
              </a:highlight>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61"/>
          <p:cNvSpPr txBox="1"/>
          <p:nvPr>
            <p:ph idx="1" type="body"/>
          </p:nvPr>
        </p:nvSpPr>
        <p:spPr>
          <a:xfrm>
            <a:off x="609600" y="838850"/>
            <a:ext cx="5445600" cy="5273100"/>
          </a:xfrm>
          <a:prstGeom prst="rect">
            <a:avLst/>
          </a:prstGeom>
        </p:spPr>
        <p:txBody>
          <a:bodyPr anchorCtr="0" anchor="t" bIns="0" lIns="0" spcFirstLastPara="1" rIns="0" wrap="square" tIns="0">
            <a:normAutofit/>
          </a:bodyPr>
          <a:lstStyle/>
          <a:p>
            <a:pPr indent="-317500" lvl="0" marL="596900" rtl="0" algn="l">
              <a:lnSpc>
                <a:spcPct val="115000"/>
              </a:lnSpc>
              <a:spcBef>
                <a:spcPts val="0"/>
              </a:spcBef>
              <a:spcAft>
                <a:spcPts val="0"/>
              </a:spcAft>
              <a:buClr>
                <a:srgbClr val="222222"/>
              </a:buClr>
              <a:buSzPts val="1400"/>
              <a:buFont typeface="Arial"/>
              <a:buAutoNum type="arabicPeriod"/>
            </a:pPr>
            <a:r>
              <a:rPr lang="en-US" sz="1400">
                <a:solidFill>
                  <a:srgbClr val="222222"/>
                </a:solidFill>
                <a:highlight>
                  <a:srgbClr val="FFFFFF"/>
                </a:highlight>
                <a:latin typeface="Arial"/>
                <a:ea typeface="Arial"/>
                <a:cs typeface="Arial"/>
                <a:sym typeface="Arial"/>
              </a:rPr>
              <a:t>Interoperability: </a:t>
            </a:r>
            <a:r>
              <a:rPr b="0" lang="en-US" sz="1400">
                <a:solidFill>
                  <a:srgbClr val="222222"/>
                </a:solidFill>
                <a:highlight>
                  <a:srgbClr val="FFFFFF"/>
                </a:highlight>
                <a:latin typeface="Arial"/>
                <a:ea typeface="Arial"/>
                <a:cs typeface="Arial"/>
                <a:sym typeface="Arial"/>
              </a:rPr>
              <a:t>BFO provides a common language for different ontologies, allowing for easier integration and interoperability between ontologies.</a:t>
            </a:r>
            <a:endParaRPr b="0" sz="1400">
              <a:solidFill>
                <a:srgbClr val="222222"/>
              </a:solidFill>
              <a:highlight>
                <a:srgbClr val="FFFFFF"/>
              </a:highlight>
              <a:latin typeface="Arial"/>
              <a:ea typeface="Arial"/>
              <a:cs typeface="Arial"/>
              <a:sym typeface="Arial"/>
            </a:endParaRPr>
          </a:p>
          <a:p>
            <a:pPr indent="-317500" lvl="0" marL="596900" rtl="0" algn="l">
              <a:lnSpc>
                <a:spcPct val="115000"/>
              </a:lnSpc>
              <a:spcBef>
                <a:spcPts val="1000"/>
              </a:spcBef>
              <a:spcAft>
                <a:spcPts val="0"/>
              </a:spcAft>
              <a:buClr>
                <a:srgbClr val="222222"/>
              </a:buClr>
              <a:buSzPts val="1400"/>
              <a:buFont typeface="Arial"/>
              <a:buAutoNum type="arabicPeriod"/>
            </a:pPr>
            <a:r>
              <a:rPr lang="en-US" sz="1400">
                <a:solidFill>
                  <a:srgbClr val="222222"/>
                </a:solidFill>
                <a:highlight>
                  <a:srgbClr val="FFFFFF"/>
                </a:highlight>
                <a:latin typeface="Arial"/>
                <a:ea typeface="Arial"/>
                <a:cs typeface="Arial"/>
                <a:sym typeface="Arial"/>
              </a:rPr>
              <a:t>Consistency:</a:t>
            </a:r>
            <a:r>
              <a:rPr b="0" lang="en-US" sz="1400">
                <a:solidFill>
                  <a:srgbClr val="222222"/>
                </a:solidFill>
                <a:highlight>
                  <a:srgbClr val="FFFFFF"/>
                </a:highlight>
                <a:latin typeface="Arial"/>
                <a:ea typeface="Arial"/>
                <a:cs typeface="Arial"/>
                <a:sym typeface="Arial"/>
              </a:rPr>
              <a:t> BFO's upper ontology is designed to be consistent and coherent, providing a framework for ensuring consistency in ontologies that use it.</a:t>
            </a:r>
            <a:endParaRPr b="0" sz="1400">
              <a:solidFill>
                <a:srgbClr val="222222"/>
              </a:solidFill>
              <a:highlight>
                <a:srgbClr val="FFFFFF"/>
              </a:highlight>
              <a:latin typeface="Arial"/>
              <a:ea typeface="Arial"/>
              <a:cs typeface="Arial"/>
              <a:sym typeface="Arial"/>
            </a:endParaRPr>
          </a:p>
          <a:p>
            <a:pPr indent="-317500" lvl="0" marL="596900" rtl="0" algn="l">
              <a:lnSpc>
                <a:spcPct val="115000"/>
              </a:lnSpc>
              <a:spcBef>
                <a:spcPts val="1000"/>
              </a:spcBef>
              <a:spcAft>
                <a:spcPts val="0"/>
              </a:spcAft>
              <a:buClr>
                <a:srgbClr val="222222"/>
              </a:buClr>
              <a:buSzPts val="1400"/>
              <a:buFont typeface="Arial"/>
              <a:buAutoNum type="arabicPeriod"/>
            </a:pPr>
            <a:r>
              <a:rPr lang="en-US" sz="1400">
                <a:solidFill>
                  <a:srgbClr val="222222"/>
                </a:solidFill>
                <a:highlight>
                  <a:srgbClr val="FFFFFF"/>
                </a:highlight>
                <a:latin typeface="Arial"/>
                <a:ea typeface="Arial"/>
                <a:cs typeface="Arial"/>
                <a:sym typeface="Arial"/>
              </a:rPr>
              <a:t>Clarity:</a:t>
            </a:r>
            <a:r>
              <a:rPr b="0" lang="en-US" sz="1400">
                <a:solidFill>
                  <a:srgbClr val="222222"/>
                </a:solidFill>
                <a:highlight>
                  <a:srgbClr val="FFFFFF"/>
                </a:highlight>
                <a:latin typeface="Arial"/>
                <a:ea typeface="Arial"/>
                <a:cs typeface="Arial"/>
                <a:sym typeface="Arial"/>
              </a:rPr>
              <a:t> BFO's upper ontology is designed to be intuitive and easy to understand, making it easier for ontology developers to use and for users to understand.</a:t>
            </a:r>
            <a:endParaRPr b="0" sz="1400">
              <a:solidFill>
                <a:srgbClr val="222222"/>
              </a:solidFill>
              <a:highlight>
                <a:srgbClr val="FFFFFF"/>
              </a:highlight>
              <a:latin typeface="Arial"/>
              <a:ea typeface="Arial"/>
              <a:cs typeface="Arial"/>
              <a:sym typeface="Arial"/>
            </a:endParaRPr>
          </a:p>
          <a:p>
            <a:pPr indent="-317500" lvl="0" marL="596900" rtl="0" algn="l">
              <a:lnSpc>
                <a:spcPct val="115000"/>
              </a:lnSpc>
              <a:spcBef>
                <a:spcPts val="1000"/>
              </a:spcBef>
              <a:spcAft>
                <a:spcPts val="0"/>
              </a:spcAft>
              <a:buClr>
                <a:srgbClr val="222222"/>
              </a:buClr>
              <a:buSzPts val="1400"/>
              <a:buFont typeface="Arial"/>
              <a:buAutoNum type="arabicPeriod"/>
            </a:pPr>
            <a:r>
              <a:rPr lang="en-US" sz="1400">
                <a:solidFill>
                  <a:srgbClr val="222222"/>
                </a:solidFill>
                <a:highlight>
                  <a:srgbClr val="FFFFFF"/>
                </a:highlight>
                <a:latin typeface="Arial"/>
                <a:ea typeface="Arial"/>
                <a:cs typeface="Arial"/>
                <a:sym typeface="Arial"/>
              </a:rPr>
              <a:t>Extensibility:</a:t>
            </a:r>
            <a:r>
              <a:rPr b="0" lang="en-US" sz="1400">
                <a:solidFill>
                  <a:srgbClr val="222222"/>
                </a:solidFill>
                <a:highlight>
                  <a:srgbClr val="FFFFFF"/>
                </a:highlight>
                <a:latin typeface="Arial"/>
                <a:ea typeface="Arial"/>
                <a:cs typeface="Arial"/>
                <a:sym typeface="Arial"/>
              </a:rPr>
              <a:t> BFO is designed to be extensible, allowing developers to add new concepts and relationships to the ontology without compromising its consistency or coherence.</a:t>
            </a:r>
            <a:endParaRPr b="0" sz="1400">
              <a:solidFill>
                <a:srgbClr val="222222"/>
              </a:solidFill>
              <a:highlight>
                <a:srgbClr val="FFFFFF"/>
              </a:highlight>
              <a:latin typeface="Arial"/>
              <a:ea typeface="Arial"/>
              <a:cs typeface="Arial"/>
              <a:sym typeface="Arial"/>
            </a:endParaRPr>
          </a:p>
          <a:p>
            <a:pPr indent="-317500" lvl="0" marL="596900" rtl="0" algn="l">
              <a:lnSpc>
                <a:spcPct val="115000"/>
              </a:lnSpc>
              <a:spcBef>
                <a:spcPts val="1000"/>
              </a:spcBef>
              <a:spcAft>
                <a:spcPts val="0"/>
              </a:spcAft>
              <a:buClr>
                <a:srgbClr val="222222"/>
              </a:buClr>
              <a:buSzPts val="1400"/>
              <a:buFont typeface="Arial"/>
              <a:buAutoNum type="arabicPeriod"/>
            </a:pPr>
            <a:r>
              <a:rPr lang="en-US" sz="1400">
                <a:solidFill>
                  <a:srgbClr val="222222"/>
                </a:solidFill>
                <a:highlight>
                  <a:srgbClr val="FFFFFF"/>
                </a:highlight>
                <a:latin typeface="Arial"/>
                <a:ea typeface="Arial"/>
                <a:cs typeface="Arial"/>
                <a:sym typeface="Arial"/>
              </a:rPr>
              <a:t>Domain independence:</a:t>
            </a:r>
            <a:r>
              <a:rPr b="0" lang="en-US" sz="1400">
                <a:solidFill>
                  <a:srgbClr val="222222"/>
                </a:solidFill>
                <a:highlight>
                  <a:srgbClr val="FFFFFF"/>
                </a:highlight>
                <a:latin typeface="Arial"/>
                <a:ea typeface="Arial"/>
                <a:cs typeface="Arial"/>
                <a:sym typeface="Arial"/>
              </a:rPr>
              <a:t> BFO's upper ontology is domain-independent, meaning it can be used across different domains and applications. This makes it a useful tool for ontology development in a wide range of fields, from medicine to finance to engineering.</a:t>
            </a:r>
            <a:endParaRPr b="0" sz="1400">
              <a:solidFill>
                <a:srgbClr val="222222"/>
              </a:solidFill>
              <a:highlight>
                <a:srgbClr val="FFFFFF"/>
              </a:highlight>
              <a:latin typeface="Arial"/>
              <a:ea typeface="Arial"/>
              <a:cs typeface="Arial"/>
              <a:sym typeface="Arial"/>
            </a:endParaRPr>
          </a:p>
          <a:p>
            <a:pPr indent="0" lvl="0" marL="0" rtl="0" algn="l">
              <a:spcBef>
                <a:spcPts val="1200"/>
              </a:spcBef>
              <a:spcAft>
                <a:spcPts val="0"/>
              </a:spcAft>
              <a:buNone/>
            </a:pPr>
            <a:r>
              <a:t/>
            </a:r>
            <a:endParaRPr b="0" sz="1450">
              <a:solidFill>
                <a:srgbClr val="1D1C1D"/>
              </a:solidFill>
              <a:latin typeface="Arial"/>
              <a:ea typeface="Arial"/>
              <a:cs typeface="Arial"/>
              <a:sym typeface="Arial"/>
            </a:endParaRPr>
          </a:p>
        </p:txBody>
      </p:sp>
      <p:sp>
        <p:nvSpPr>
          <p:cNvPr id="364" name="Google Shape;364;p61"/>
          <p:cNvSpPr txBox="1"/>
          <p:nvPr>
            <p:ph type="title"/>
          </p:nvPr>
        </p:nvSpPr>
        <p:spPr>
          <a:xfrm>
            <a:off x="609600" y="178700"/>
            <a:ext cx="70449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Benefits of Adopting the BFO Upper Ontology</a:t>
            </a:r>
            <a:endParaRPr/>
          </a:p>
        </p:txBody>
      </p:sp>
      <p:sp>
        <p:nvSpPr>
          <p:cNvPr id="365" name="Google Shape;365;p61"/>
          <p:cNvSpPr/>
          <p:nvPr/>
        </p:nvSpPr>
        <p:spPr>
          <a:xfrm>
            <a:off x="6305411" y="1052875"/>
            <a:ext cx="5277000" cy="2203800"/>
          </a:xfrm>
          <a:prstGeom prst="flowChartAlternateProcess">
            <a:avLst/>
          </a:prstGeom>
          <a:solidFill>
            <a:srgbClr val="E6B8AF"/>
          </a:solidFill>
          <a:ln cap="flat" cmpd="sng" w="9525">
            <a:solidFill>
              <a:schemeClr val="dk2"/>
            </a:solidFill>
            <a:prstDash val="solid"/>
            <a:round/>
            <a:headEnd len="sm" w="sm" type="none"/>
            <a:tailEnd len="sm" w="sm" type="none"/>
          </a:ln>
        </p:spPr>
        <p:txBody>
          <a:bodyPr anchorCtr="0" anchor="t" bIns="121900" lIns="121900" spcFirstLastPara="1" rIns="121900" wrap="square" tIns="121900">
            <a:noAutofit/>
          </a:bodyPr>
          <a:lstStyle/>
          <a:p>
            <a:pPr indent="0" lvl="0" marL="0" rtl="0" algn="l">
              <a:spcBef>
                <a:spcPts val="0"/>
              </a:spcBef>
              <a:spcAft>
                <a:spcPts val="0"/>
              </a:spcAft>
              <a:buNone/>
            </a:pPr>
            <a:r>
              <a:rPr b="1" lang="en-US" sz="1200"/>
              <a:t>Semaphore</a:t>
            </a:r>
            <a:endParaRPr b="1" sz="1200"/>
          </a:p>
        </p:txBody>
      </p:sp>
      <p:pic>
        <p:nvPicPr>
          <p:cNvPr id="366" name="Google Shape;366;p61"/>
          <p:cNvPicPr preferRelativeResize="0"/>
          <p:nvPr/>
        </p:nvPicPr>
        <p:blipFill>
          <a:blip r:embed="rId3">
            <a:alphaModFix/>
          </a:blip>
          <a:stretch>
            <a:fillRect/>
          </a:stretch>
        </p:blipFill>
        <p:spPr>
          <a:xfrm>
            <a:off x="8211125" y="1244325"/>
            <a:ext cx="1695181" cy="843599"/>
          </a:xfrm>
          <a:prstGeom prst="rect">
            <a:avLst/>
          </a:prstGeom>
          <a:noFill/>
          <a:ln>
            <a:noFill/>
          </a:ln>
        </p:spPr>
      </p:pic>
      <p:pic>
        <p:nvPicPr>
          <p:cNvPr id="367" name="Google Shape;367;p61"/>
          <p:cNvPicPr preferRelativeResize="0"/>
          <p:nvPr/>
        </p:nvPicPr>
        <p:blipFill>
          <a:blip r:embed="rId4">
            <a:alphaModFix/>
          </a:blip>
          <a:stretch>
            <a:fillRect/>
          </a:stretch>
        </p:blipFill>
        <p:spPr>
          <a:xfrm>
            <a:off x="9598403" y="2274136"/>
            <a:ext cx="1129168" cy="768000"/>
          </a:xfrm>
          <a:prstGeom prst="rect">
            <a:avLst/>
          </a:prstGeom>
          <a:noFill/>
          <a:ln>
            <a:noFill/>
          </a:ln>
        </p:spPr>
      </p:pic>
      <p:pic>
        <p:nvPicPr>
          <p:cNvPr id="368" name="Google Shape;368;p61"/>
          <p:cNvPicPr preferRelativeResize="0"/>
          <p:nvPr/>
        </p:nvPicPr>
        <p:blipFill>
          <a:blip r:embed="rId5">
            <a:alphaModFix/>
          </a:blip>
          <a:stretch>
            <a:fillRect/>
          </a:stretch>
        </p:blipFill>
        <p:spPr>
          <a:xfrm>
            <a:off x="7238119" y="2331588"/>
            <a:ext cx="1405249" cy="768000"/>
          </a:xfrm>
          <a:prstGeom prst="rect">
            <a:avLst/>
          </a:prstGeom>
          <a:noFill/>
          <a:ln>
            <a:noFill/>
          </a:ln>
        </p:spPr>
      </p:pic>
      <p:cxnSp>
        <p:nvCxnSpPr>
          <p:cNvPr id="369" name="Google Shape;369;p61"/>
          <p:cNvCxnSpPr>
            <a:stCxn id="366" idx="1"/>
            <a:endCxn id="368" idx="0"/>
          </p:cNvCxnSpPr>
          <p:nvPr/>
        </p:nvCxnSpPr>
        <p:spPr>
          <a:xfrm flipH="1">
            <a:off x="7940825" y="1666125"/>
            <a:ext cx="270300" cy="665400"/>
          </a:xfrm>
          <a:prstGeom prst="curvedConnector2">
            <a:avLst/>
          </a:prstGeom>
          <a:noFill/>
          <a:ln cap="flat" cmpd="sng" w="9525">
            <a:solidFill>
              <a:schemeClr val="dk2"/>
            </a:solidFill>
            <a:prstDash val="solid"/>
            <a:round/>
            <a:headEnd len="med" w="med" type="none"/>
            <a:tailEnd len="med" w="med" type="none"/>
          </a:ln>
        </p:spPr>
      </p:cxnSp>
      <p:cxnSp>
        <p:nvCxnSpPr>
          <p:cNvPr id="370" name="Google Shape;370;p61"/>
          <p:cNvCxnSpPr>
            <a:stCxn id="366" idx="3"/>
            <a:endCxn id="367" idx="0"/>
          </p:cNvCxnSpPr>
          <p:nvPr/>
        </p:nvCxnSpPr>
        <p:spPr>
          <a:xfrm>
            <a:off x="9906305" y="1666125"/>
            <a:ext cx="256800" cy="608100"/>
          </a:xfrm>
          <a:prstGeom prst="curvedConnector2">
            <a:avLst/>
          </a:prstGeom>
          <a:noFill/>
          <a:ln cap="flat" cmpd="sng" w="9525">
            <a:solidFill>
              <a:schemeClr val="dk2"/>
            </a:solidFill>
            <a:prstDash val="solid"/>
            <a:round/>
            <a:headEnd len="med" w="med" type="none"/>
            <a:tailEnd len="med" w="med" type="none"/>
          </a:ln>
        </p:spPr>
      </p:cxnSp>
      <p:sp>
        <p:nvSpPr>
          <p:cNvPr id="371" name="Google Shape;371;p61"/>
          <p:cNvSpPr txBox="1"/>
          <p:nvPr/>
        </p:nvSpPr>
        <p:spPr>
          <a:xfrm>
            <a:off x="10804875" y="2542500"/>
            <a:ext cx="528600" cy="338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800"/>
              </a:spcBef>
              <a:spcAft>
                <a:spcPts val="0"/>
              </a:spcAft>
              <a:buNone/>
            </a:pPr>
            <a:r>
              <a:rPr b="1" lang="en-US" sz="1000">
                <a:solidFill>
                  <a:schemeClr val="dk2"/>
                </a:solidFill>
                <a:latin typeface="Roboto"/>
                <a:ea typeface="Roboto"/>
                <a:cs typeface="Roboto"/>
                <a:sym typeface="Roboto"/>
              </a:rPr>
              <a:t>SID</a:t>
            </a:r>
            <a:endParaRPr sz="1000">
              <a:solidFill>
                <a:schemeClr val="dk2"/>
              </a:solidFill>
            </a:endParaRPr>
          </a:p>
        </p:txBody>
      </p:sp>
      <p:sp>
        <p:nvSpPr>
          <p:cNvPr id="372" name="Google Shape;372;p61"/>
          <p:cNvSpPr txBox="1"/>
          <p:nvPr/>
        </p:nvSpPr>
        <p:spPr>
          <a:xfrm>
            <a:off x="6477775" y="2542500"/>
            <a:ext cx="7488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VZ MM</a:t>
            </a:r>
            <a:endParaRPr sz="1000">
              <a:solidFill>
                <a:schemeClr val="dk2"/>
              </a:solidFill>
            </a:endParaRPr>
          </a:p>
        </p:txBody>
      </p:sp>
      <p:sp>
        <p:nvSpPr>
          <p:cNvPr id="373" name="Google Shape;373;p61"/>
          <p:cNvSpPr txBox="1"/>
          <p:nvPr/>
        </p:nvSpPr>
        <p:spPr>
          <a:xfrm>
            <a:off x="10332225" y="1244325"/>
            <a:ext cx="528600" cy="338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800"/>
              </a:spcBef>
              <a:spcAft>
                <a:spcPts val="0"/>
              </a:spcAft>
              <a:buNone/>
            </a:pPr>
            <a:r>
              <a:rPr b="1" lang="en-US" sz="1000">
                <a:solidFill>
                  <a:schemeClr val="dk2"/>
                </a:solidFill>
                <a:latin typeface="Roboto"/>
                <a:ea typeface="Roboto"/>
                <a:cs typeface="Roboto"/>
                <a:sym typeface="Roboto"/>
              </a:rPr>
              <a:t>BFO</a:t>
            </a:r>
            <a:endParaRPr sz="1000">
              <a:solidFill>
                <a:schemeClr val="dk2"/>
              </a:solidFill>
            </a:endParaRPr>
          </a:p>
        </p:txBody>
      </p:sp>
      <p:sp>
        <p:nvSpPr>
          <p:cNvPr id="374" name="Google Shape;374;p61"/>
          <p:cNvSpPr txBox="1"/>
          <p:nvPr>
            <p:ph idx="1" type="body"/>
          </p:nvPr>
        </p:nvSpPr>
        <p:spPr>
          <a:xfrm>
            <a:off x="7013775" y="3470700"/>
            <a:ext cx="4319700" cy="2752800"/>
          </a:xfrm>
          <a:prstGeom prst="rect">
            <a:avLst/>
          </a:prstGeom>
          <a:solidFill>
            <a:srgbClr val="FFF2CC"/>
          </a:solidFill>
          <a:ln cap="flat" cmpd="sng" w="19050">
            <a:solidFill>
              <a:srgbClr val="BF9000"/>
            </a:solidFill>
            <a:prstDash val="solid"/>
            <a:round/>
            <a:headEnd len="sm" w="sm" type="none"/>
            <a:tailEnd len="sm" w="sm" type="none"/>
          </a:ln>
        </p:spPr>
        <p:txBody>
          <a:bodyPr anchorCtr="0" anchor="t" bIns="0" lIns="0" spcFirstLastPara="1" rIns="0" wrap="square" tIns="0">
            <a:noAutofit/>
          </a:bodyPr>
          <a:lstStyle/>
          <a:p>
            <a:pPr indent="0" lvl="0" marL="0" rtl="0" algn="l">
              <a:lnSpc>
                <a:spcPct val="95000"/>
              </a:lnSpc>
              <a:spcBef>
                <a:spcPts val="0"/>
              </a:spcBef>
              <a:spcAft>
                <a:spcPts val="0"/>
              </a:spcAft>
              <a:buSzPts val="935"/>
              <a:buNone/>
            </a:pPr>
            <a:r>
              <a:t/>
            </a:r>
            <a:endParaRPr sz="1035">
              <a:solidFill>
                <a:srgbClr val="222222"/>
              </a:solidFill>
              <a:latin typeface="Arial"/>
              <a:ea typeface="Arial"/>
              <a:cs typeface="Arial"/>
              <a:sym typeface="Arial"/>
            </a:endParaRPr>
          </a:p>
          <a:p>
            <a:pPr indent="0" lvl="0" marL="228600" rtl="0" algn="l">
              <a:lnSpc>
                <a:spcPct val="95000"/>
              </a:lnSpc>
              <a:spcBef>
                <a:spcPts val="0"/>
              </a:spcBef>
              <a:spcAft>
                <a:spcPts val="0"/>
              </a:spcAft>
              <a:buSzPts val="935"/>
              <a:buNone/>
            </a:pPr>
            <a:r>
              <a:rPr lang="en-US" sz="1035">
                <a:solidFill>
                  <a:srgbClr val="222222"/>
                </a:solidFill>
                <a:latin typeface="Arial"/>
                <a:ea typeface="Arial"/>
                <a:cs typeface="Arial"/>
                <a:sym typeface="Arial"/>
              </a:rPr>
              <a:t>Short list of taxonomies already in place but not formally managed and harmonized under an upper ontology:</a:t>
            </a:r>
            <a:endParaRPr sz="1035">
              <a:solidFill>
                <a:srgbClr val="222222"/>
              </a:solidFill>
              <a:latin typeface="Arial"/>
              <a:ea typeface="Arial"/>
              <a:cs typeface="Arial"/>
              <a:sym typeface="Arial"/>
            </a:endParaRPr>
          </a:p>
          <a:p>
            <a:pPr indent="0" lvl="0" marL="0" rtl="0" algn="l">
              <a:lnSpc>
                <a:spcPct val="95000"/>
              </a:lnSpc>
              <a:spcBef>
                <a:spcPts val="0"/>
              </a:spcBef>
              <a:spcAft>
                <a:spcPts val="0"/>
              </a:spcAft>
              <a:buSzPts val="935"/>
              <a:buNone/>
            </a:pPr>
            <a:r>
              <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Chart of accounts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Organizational structure</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Account structure</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Location</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Products &amp; Services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Data Assets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Policies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Analytic Assets (metrics, reports, calcs)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Model Registry.</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IT Assets (hardware, software, networks)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Customers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Vendors</a:t>
            </a:r>
            <a:endParaRPr b="0" sz="1035">
              <a:solidFill>
                <a:srgbClr val="222222"/>
              </a:solidFill>
              <a:latin typeface="Arial"/>
              <a:ea typeface="Arial"/>
              <a:cs typeface="Arial"/>
              <a:sym typeface="Arial"/>
            </a:endParaRPr>
          </a:p>
          <a:p>
            <a:pPr indent="-294322" lvl="0" marL="596900" rtl="0" algn="l">
              <a:lnSpc>
                <a:spcPct val="95000"/>
              </a:lnSpc>
              <a:spcBef>
                <a:spcPts val="0"/>
              </a:spcBef>
              <a:spcAft>
                <a:spcPts val="0"/>
              </a:spcAft>
              <a:buClr>
                <a:srgbClr val="222222"/>
              </a:buClr>
              <a:buSzPts val="1035"/>
              <a:buFont typeface="Arial"/>
              <a:buAutoNum type="arabicPeriod"/>
            </a:pPr>
            <a:r>
              <a:rPr b="0" lang="en-US" sz="1035">
                <a:solidFill>
                  <a:srgbClr val="222222"/>
                </a:solidFill>
                <a:latin typeface="Arial"/>
                <a:ea typeface="Arial"/>
                <a:cs typeface="Arial"/>
                <a:sym typeface="Arial"/>
              </a:rPr>
              <a:t>Processes</a:t>
            </a:r>
            <a:endParaRPr b="0" sz="1290">
              <a:solidFill>
                <a:srgbClr val="222222"/>
              </a:solidFill>
              <a:latin typeface="Arial"/>
              <a:ea typeface="Arial"/>
              <a:cs typeface="Arial"/>
              <a:sym typeface="Arial"/>
            </a:endParaRPr>
          </a:p>
        </p:txBody>
      </p:sp>
      <p:sp>
        <p:nvSpPr>
          <p:cNvPr id="375" name="Google Shape;375;p61"/>
          <p:cNvSpPr txBox="1"/>
          <p:nvPr/>
        </p:nvSpPr>
        <p:spPr>
          <a:xfrm>
            <a:off x="6720663" y="662013"/>
            <a:ext cx="4676100" cy="400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1000"/>
              </a:spcAft>
              <a:buNone/>
            </a:pPr>
            <a:r>
              <a:rPr b="1" lang="en-US">
                <a:solidFill>
                  <a:srgbClr val="222222"/>
                </a:solidFill>
                <a:highlight>
                  <a:schemeClr val="lt1"/>
                </a:highlight>
              </a:rPr>
              <a:t>Knowledge Management (Meaning at Scale)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2"/>
          <p:cNvSpPr txBox="1"/>
          <p:nvPr>
            <p:ph type="title"/>
          </p:nvPr>
        </p:nvSpPr>
        <p:spPr>
          <a:xfrm>
            <a:off x="572733" y="770467"/>
            <a:ext cx="11009700" cy="3135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500"/>
              <a:buFont typeface="Arial"/>
              <a:buNone/>
            </a:pPr>
            <a:r>
              <a:rPr lang="en-US"/>
              <a:t>Data Supply Chain</a:t>
            </a:r>
            <a:endParaRPr sz="2700">
              <a:solidFill>
                <a:srgbClr val="980000"/>
              </a:solidFill>
            </a:endParaRPr>
          </a:p>
        </p:txBody>
      </p:sp>
      <p:sp>
        <p:nvSpPr>
          <p:cNvPr id="381" name="Google Shape;381;p62"/>
          <p:cNvSpPr/>
          <p:nvPr/>
        </p:nvSpPr>
        <p:spPr>
          <a:xfrm>
            <a:off x="2184267" y="1201800"/>
            <a:ext cx="9229500" cy="644400"/>
          </a:xfrm>
          <a:prstGeom prst="triangl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600">
                <a:solidFill>
                  <a:schemeClr val="lt1"/>
                </a:solidFill>
              </a:rPr>
              <a:t>Knowledge</a:t>
            </a:r>
            <a:endParaRPr b="1" sz="1600">
              <a:solidFill>
                <a:schemeClr val="lt1"/>
              </a:solidFill>
            </a:endParaRPr>
          </a:p>
          <a:p>
            <a:pPr indent="0" lvl="0" marL="0" rtl="0" algn="ctr">
              <a:spcBef>
                <a:spcPts val="0"/>
              </a:spcBef>
              <a:spcAft>
                <a:spcPts val="0"/>
              </a:spcAft>
              <a:buNone/>
            </a:pPr>
            <a:r>
              <a:rPr b="1" lang="en-US" sz="1100">
                <a:solidFill>
                  <a:schemeClr val="lt1"/>
                </a:solidFill>
              </a:rPr>
              <a:t>(Taxonomies &amp; Metamodel)</a:t>
            </a:r>
            <a:endParaRPr b="1" sz="1100">
              <a:solidFill>
                <a:schemeClr val="lt1"/>
              </a:solidFill>
            </a:endParaRPr>
          </a:p>
          <a:p>
            <a:pPr indent="0" lvl="0" marL="0" rtl="0" algn="ctr">
              <a:spcBef>
                <a:spcPts val="0"/>
              </a:spcBef>
              <a:spcAft>
                <a:spcPts val="0"/>
              </a:spcAft>
              <a:buNone/>
            </a:pPr>
            <a:r>
              <a:t/>
            </a:r>
            <a:endParaRPr b="1" sz="1100">
              <a:solidFill>
                <a:schemeClr val="lt1"/>
              </a:solidFill>
            </a:endParaRPr>
          </a:p>
        </p:txBody>
      </p:sp>
      <p:sp>
        <p:nvSpPr>
          <p:cNvPr id="382" name="Google Shape;382;p62"/>
          <p:cNvSpPr/>
          <p:nvPr/>
        </p:nvSpPr>
        <p:spPr>
          <a:xfrm>
            <a:off x="2176200" y="5854465"/>
            <a:ext cx="9375300" cy="349200"/>
          </a:xfrm>
          <a:prstGeom prst="rect">
            <a:avLst/>
          </a:prstGeom>
          <a:solidFill>
            <a:srgbClr val="D8D8D8"/>
          </a:solidFill>
          <a:ln>
            <a:noFill/>
          </a:ln>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300">
                <a:solidFill>
                  <a:schemeClr val="dk1"/>
                </a:solidFill>
              </a:rPr>
              <a:t>Outcome Driven Delivery (Products &amp; Services) | Communicate - Collaborate - Coordinate</a:t>
            </a:r>
            <a:endParaRPr b="1" sz="1300">
              <a:solidFill>
                <a:schemeClr val="dk1"/>
              </a:solidFill>
            </a:endParaRPr>
          </a:p>
        </p:txBody>
      </p:sp>
      <p:sp>
        <p:nvSpPr>
          <p:cNvPr id="383" name="Google Shape;383;p62"/>
          <p:cNvSpPr/>
          <p:nvPr/>
        </p:nvSpPr>
        <p:spPr>
          <a:xfrm>
            <a:off x="270100" y="5818866"/>
            <a:ext cx="1749600" cy="349200"/>
          </a:xfrm>
          <a:prstGeom prst="rect">
            <a:avLst/>
          </a:prstGeom>
          <a:solidFill>
            <a:schemeClr val="lt1"/>
          </a:solidFill>
          <a:ln cap="flat" cmpd="sng" w="9525">
            <a:solidFill>
              <a:srgbClr val="B7B7B7"/>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121900" lIns="36575" spcFirstLastPara="1" rIns="36575" wrap="square" tIns="121900">
            <a:noAutofit/>
          </a:bodyPr>
          <a:lstStyle/>
          <a:p>
            <a:pPr indent="0" lvl="0" marL="0" marR="0" rtl="0" algn="ctr">
              <a:lnSpc>
                <a:spcPct val="100000"/>
              </a:lnSpc>
              <a:spcBef>
                <a:spcPts val="0"/>
              </a:spcBef>
              <a:spcAft>
                <a:spcPts val="0"/>
              </a:spcAft>
              <a:buNone/>
            </a:pPr>
            <a:r>
              <a:rPr b="1" lang="en-US" sz="1300">
                <a:latin typeface="Verizon NHG TX"/>
                <a:ea typeface="Verizon NHG TX"/>
                <a:cs typeface="Verizon NHG TX"/>
                <a:sym typeface="Verizon NHG TX"/>
              </a:rPr>
              <a:t>Outcome Focus</a:t>
            </a:r>
            <a:endParaRPr b="1" sz="1300">
              <a:latin typeface="Verizon NHG TX"/>
              <a:ea typeface="Verizon NHG TX"/>
              <a:cs typeface="Verizon NHG TX"/>
              <a:sym typeface="Verizon NHG TX"/>
            </a:endParaRPr>
          </a:p>
        </p:txBody>
      </p:sp>
      <p:cxnSp>
        <p:nvCxnSpPr>
          <p:cNvPr id="384" name="Google Shape;384;p62"/>
          <p:cNvCxnSpPr/>
          <p:nvPr/>
        </p:nvCxnSpPr>
        <p:spPr>
          <a:xfrm>
            <a:off x="2226537" y="1989633"/>
            <a:ext cx="9180900" cy="0"/>
          </a:xfrm>
          <a:prstGeom prst="straightConnector1">
            <a:avLst/>
          </a:prstGeom>
          <a:noFill/>
          <a:ln cap="flat" cmpd="sng" w="9525">
            <a:solidFill>
              <a:schemeClr val="dk2"/>
            </a:solidFill>
            <a:prstDash val="dash"/>
            <a:round/>
            <a:headEnd len="med" w="med" type="none"/>
            <a:tailEnd len="med" w="med" type="none"/>
          </a:ln>
        </p:spPr>
      </p:cxnSp>
      <p:cxnSp>
        <p:nvCxnSpPr>
          <p:cNvPr id="385" name="Google Shape;385;p62"/>
          <p:cNvCxnSpPr/>
          <p:nvPr/>
        </p:nvCxnSpPr>
        <p:spPr>
          <a:xfrm>
            <a:off x="2226537" y="5734873"/>
            <a:ext cx="9180900" cy="0"/>
          </a:xfrm>
          <a:prstGeom prst="straightConnector1">
            <a:avLst/>
          </a:prstGeom>
          <a:noFill/>
          <a:ln cap="flat" cmpd="sng" w="9525">
            <a:solidFill>
              <a:schemeClr val="dk2"/>
            </a:solidFill>
            <a:prstDash val="dash"/>
            <a:round/>
            <a:headEnd len="med" w="med" type="none"/>
            <a:tailEnd len="med" w="med" type="none"/>
          </a:ln>
        </p:spPr>
      </p:cxnSp>
      <p:sp>
        <p:nvSpPr>
          <p:cNvPr id="386" name="Google Shape;386;p62"/>
          <p:cNvSpPr/>
          <p:nvPr/>
        </p:nvSpPr>
        <p:spPr>
          <a:xfrm>
            <a:off x="2281733" y="2079267"/>
            <a:ext cx="4368000" cy="338400"/>
          </a:xfrm>
          <a:prstGeom prst="rect">
            <a:avLst/>
          </a:prstGeom>
          <a:solidFill>
            <a:srgbClr val="FFF2CC"/>
          </a:solidFill>
          <a:ln cap="flat" cmpd="sng" w="9525">
            <a:solidFill>
              <a:srgbClr val="74767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US" sz="1500"/>
              <a:t>Inventory Management</a:t>
            </a:r>
            <a:endParaRPr b="1" sz="1500"/>
          </a:p>
        </p:txBody>
      </p:sp>
      <p:sp>
        <p:nvSpPr>
          <p:cNvPr id="387" name="Google Shape;387;p62"/>
          <p:cNvSpPr/>
          <p:nvPr/>
        </p:nvSpPr>
        <p:spPr>
          <a:xfrm>
            <a:off x="2281733" y="2537268"/>
            <a:ext cx="20511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Supplier Engagement</a:t>
            </a:r>
            <a:endParaRPr sz="1100"/>
          </a:p>
        </p:txBody>
      </p:sp>
      <p:sp>
        <p:nvSpPr>
          <p:cNvPr id="388" name="Google Shape;388;p62"/>
          <p:cNvSpPr/>
          <p:nvPr/>
        </p:nvSpPr>
        <p:spPr>
          <a:xfrm>
            <a:off x="6929033" y="2079533"/>
            <a:ext cx="4431900" cy="338400"/>
          </a:xfrm>
          <a:prstGeom prst="rect">
            <a:avLst/>
          </a:prstGeom>
          <a:solidFill>
            <a:srgbClr val="FFF2CC"/>
          </a:solidFill>
          <a:ln cap="flat" cmpd="sng" w="9525">
            <a:solidFill>
              <a:srgbClr val="74767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US" sz="1500"/>
              <a:t>Order Management</a:t>
            </a:r>
            <a:endParaRPr b="1" sz="1500"/>
          </a:p>
        </p:txBody>
      </p:sp>
      <p:sp>
        <p:nvSpPr>
          <p:cNvPr id="389" name="Google Shape;389;p62"/>
          <p:cNvSpPr/>
          <p:nvPr/>
        </p:nvSpPr>
        <p:spPr>
          <a:xfrm>
            <a:off x="6929033" y="2537267"/>
            <a:ext cx="922500" cy="7965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Search &amp; Discover</a:t>
            </a:r>
            <a:endParaRPr sz="1100"/>
          </a:p>
        </p:txBody>
      </p:sp>
      <p:sp>
        <p:nvSpPr>
          <p:cNvPr id="390" name="Google Shape;390;p62"/>
          <p:cNvSpPr/>
          <p:nvPr/>
        </p:nvSpPr>
        <p:spPr>
          <a:xfrm>
            <a:off x="7977633" y="2537267"/>
            <a:ext cx="1043700" cy="7965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Order </a:t>
            </a:r>
            <a:endParaRPr sz="1100"/>
          </a:p>
          <a:p>
            <a:pPr indent="0" lvl="0" marL="0" rtl="0" algn="ctr">
              <a:spcBef>
                <a:spcPts val="0"/>
              </a:spcBef>
              <a:spcAft>
                <a:spcPts val="0"/>
              </a:spcAft>
              <a:buNone/>
            </a:pPr>
            <a:r>
              <a:rPr lang="en-US" sz="1100"/>
              <a:t>Entry</a:t>
            </a:r>
            <a:endParaRPr sz="1100"/>
          </a:p>
        </p:txBody>
      </p:sp>
      <p:sp>
        <p:nvSpPr>
          <p:cNvPr id="391" name="Google Shape;391;p62"/>
          <p:cNvSpPr/>
          <p:nvPr/>
        </p:nvSpPr>
        <p:spPr>
          <a:xfrm>
            <a:off x="9147433" y="2537267"/>
            <a:ext cx="1043700" cy="7965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Order Fulfillment</a:t>
            </a:r>
            <a:endParaRPr sz="1100"/>
          </a:p>
        </p:txBody>
      </p:sp>
      <p:sp>
        <p:nvSpPr>
          <p:cNvPr id="392" name="Google Shape;392;p62"/>
          <p:cNvSpPr/>
          <p:nvPr/>
        </p:nvSpPr>
        <p:spPr>
          <a:xfrm>
            <a:off x="10317433" y="2537267"/>
            <a:ext cx="1043700" cy="7965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Order Delivery</a:t>
            </a:r>
            <a:endParaRPr sz="1100"/>
          </a:p>
        </p:txBody>
      </p:sp>
      <p:sp>
        <p:nvSpPr>
          <p:cNvPr id="393" name="Google Shape;393;p62"/>
          <p:cNvSpPr/>
          <p:nvPr/>
        </p:nvSpPr>
        <p:spPr>
          <a:xfrm>
            <a:off x="4456315" y="2537268"/>
            <a:ext cx="10437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Connect</a:t>
            </a:r>
            <a:endParaRPr sz="1100"/>
          </a:p>
        </p:txBody>
      </p:sp>
      <p:sp>
        <p:nvSpPr>
          <p:cNvPr id="394" name="Google Shape;394;p62"/>
          <p:cNvSpPr/>
          <p:nvPr/>
        </p:nvSpPr>
        <p:spPr>
          <a:xfrm>
            <a:off x="3479767" y="2995267"/>
            <a:ext cx="20199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Profile, Classify, &amp; Enrich</a:t>
            </a:r>
            <a:endParaRPr sz="1100"/>
          </a:p>
        </p:txBody>
      </p:sp>
      <p:sp>
        <p:nvSpPr>
          <p:cNvPr id="395" name="Google Shape;395;p62"/>
          <p:cNvSpPr/>
          <p:nvPr/>
        </p:nvSpPr>
        <p:spPr>
          <a:xfrm>
            <a:off x="5614697" y="2995269"/>
            <a:ext cx="10437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Publish &amp;  Catalog</a:t>
            </a:r>
            <a:endParaRPr sz="1100"/>
          </a:p>
        </p:txBody>
      </p:sp>
      <p:sp>
        <p:nvSpPr>
          <p:cNvPr id="396" name="Google Shape;396;p62"/>
          <p:cNvSpPr/>
          <p:nvPr/>
        </p:nvSpPr>
        <p:spPr>
          <a:xfrm>
            <a:off x="2286683" y="3453267"/>
            <a:ext cx="5044800" cy="349200"/>
          </a:xfrm>
          <a:prstGeom prst="rect">
            <a:avLst/>
          </a:prstGeom>
          <a:solidFill>
            <a:srgbClr val="E0E0E0"/>
          </a:solidFill>
          <a:ln cap="flat" cmpd="sng" w="9525">
            <a:solidFill>
              <a:srgbClr val="74767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US" sz="1500"/>
              <a:t>Platform Management</a:t>
            </a:r>
            <a:endParaRPr b="1" sz="1500"/>
          </a:p>
        </p:txBody>
      </p:sp>
      <p:sp>
        <p:nvSpPr>
          <p:cNvPr id="397" name="Google Shape;397;p62"/>
          <p:cNvSpPr/>
          <p:nvPr/>
        </p:nvSpPr>
        <p:spPr>
          <a:xfrm>
            <a:off x="2281733" y="4328867"/>
            <a:ext cx="15540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Compute &amp; Memory</a:t>
            </a:r>
            <a:endParaRPr sz="1200"/>
          </a:p>
        </p:txBody>
      </p:sp>
      <p:sp>
        <p:nvSpPr>
          <p:cNvPr id="398" name="Google Shape;398;p62"/>
          <p:cNvSpPr/>
          <p:nvPr/>
        </p:nvSpPr>
        <p:spPr>
          <a:xfrm>
            <a:off x="3985176" y="4328867"/>
            <a:ext cx="17244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Storage &amp; Persistence</a:t>
            </a:r>
            <a:endParaRPr sz="1200"/>
          </a:p>
        </p:txBody>
      </p:sp>
      <p:sp>
        <p:nvSpPr>
          <p:cNvPr id="399" name="Google Shape;399;p62"/>
          <p:cNvSpPr/>
          <p:nvPr/>
        </p:nvSpPr>
        <p:spPr>
          <a:xfrm>
            <a:off x="5853929" y="4328867"/>
            <a:ext cx="14772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WKC Platform</a:t>
            </a:r>
            <a:endParaRPr sz="1200"/>
          </a:p>
        </p:txBody>
      </p:sp>
      <p:sp>
        <p:nvSpPr>
          <p:cNvPr id="400" name="Google Shape;400;p62"/>
          <p:cNvSpPr/>
          <p:nvPr/>
        </p:nvSpPr>
        <p:spPr>
          <a:xfrm>
            <a:off x="5614697" y="2537268"/>
            <a:ext cx="10437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solidFill>
                  <a:schemeClr val="dk1"/>
                </a:solidFill>
              </a:rPr>
              <a:t>Secure &amp; Protect</a:t>
            </a:r>
            <a:endParaRPr sz="1100">
              <a:solidFill>
                <a:schemeClr val="dk1"/>
              </a:solidFill>
            </a:endParaRPr>
          </a:p>
        </p:txBody>
      </p:sp>
      <p:sp>
        <p:nvSpPr>
          <p:cNvPr id="401" name="Google Shape;401;p62"/>
          <p:cNvSpPr/>
          <p:nvPr/>
        </p:nvSpPr>
        <p:spPr>
          <a:xfrm>
            <a:off x="2290633" y="4797271"/>
            <a:ext cx="9070500" cy="349200"/>
          </a:xfrm>
          <a:prstGeom prst="rect">
            <a:avLst/>
          </a:prstGeom>
          <a:solidFill>
            <a:srgbClr val="E0E0E0"/>
          </a:solidFill>
          <a:ln cap="flat" cmpd="sng" w="9525">
            <a:solidFill>
              <a:srgbClr val="74767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US" sz="1500"/>
              <a:t>Operations Management</a:t>
            </a:r>
            <a:endParaRPr b="1" sz="1500"/>
          </a:p>
        </p:txBody>
      </p:sp>
      <p:sp>
        <p:nvSpPr>
          <p:cNvPr id="402" name="Google Shape;402;p62"/>
          <p:cNvSpPr/>
          <p:nvPr/>
        </p:nvSpPr>
        <p:spPr>
          <a:xfrm>
            <a:off x="2281733" y="5265116"/>
            <a:ext cx="2794500" cy="3069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Quality Profiling</a:t>
            </a:r>
            <a:endParaRPr sz="1300"/>
          </a:p>
        </p:txBody>
      </p:sp>
      <p:sp>
        <p:nvSpPr>
          <p:cNvPr id="403" name="Google Shape;403;p62"/>
          <p:cNvSpPr/>
          <p:nvPr/>
        </p:nvSpPr>
        <p:spPr>
          <a:xfrm>
            <a:off x="5344685" y="5258268"/>
            <a:ext cx="3099900" cy="3069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Monitoring &amp; Measurement</a:t>
            </a:r>
            <a:endParaRPr sz="1300"/>
          </a:p>
        </p:txBody>
      </p:sp>
      <p:sp>
        <p:nvSpPr>
          <p:cNvPr id="404" name="Google Shape;404;p62"/>
          <p:cNvSpPr/>
          <p:nvPr/>
        </p:nvSpPr>
        <p:spPr>
          <a:xfrm>
            <a:off x="8704633" y="5258268"/>
            <a:ext cx="2656500" cy="3069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Triage &amp; Support</a:t>
            </a:r>
            <a:endParaRPr sz="1300"/>
          </a:p>
        </p:txBody>
      </p:sp>
      <p:sp>
        <p:nvSpPr>
          <p:cNvPr id="405" name="Google Shape;405;p62"/>
          <p:cNvSpPr/>
          <p:nvPr/>
        </p:nvSpPr>
        <p:spPr>
          <a:xfrm>
            <a:off x="270033" y="2079267"/>
            <a:ext cx="1749600" cy="349200"/>
          </a:xfrm>
          <a:prstGeom prst="rect">
            <a:avLst/>
          </a:prstGeom>
          <a:solidFill>
            <a:schemeClr val="lt1"/>
          </a:solidFill>
          <a:ln cap="flat" cmpd="sng" w="9525">
            <a:solidFill>
              <a:srgbClr val="B7B7B7"/>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121900" lIns="36575" spcFirstLastPara="1" rIns="36575" wrap="square" tIns="121900">
            <a:noAutofit/>
          </a:bodyPr>
          <a:lstStyle/>
          <a:p>
            <a:pPr indent="0" lvl="0" marL="0" marR="0" rtl="0" algn="ctr">
              <a:lnSpc>
                <a:spcPct val="100000"/>
              </a:lnSpc>
              <a:spcBef>
                <a:spcPts val="0"/>
              </a:spcBef>
              <a:spcAft>
                <a:spcPts val="0"/>
              </a:spcAft>
              <a:buNone/>
            </a:pPr>
            <a:r>
              <a:rPr b="1" lang="en-US" sz="1300"/>
              <a:t>Capability Map</a:t>
            </a:r>
            <a:endParaRPr b="1" sz="1300"/>
          </a:p>
        </p:txBody>
      </p:sp>
      <p:sp>
        <p:nvSpPr>
          <p:cNvPr id="406" name="Google Shape;406;p62"/>
          <p:cNvSpPr/>
          <p:nvPr/>
        </p:nvSpPr>
        <p:spPr>
          <a:xfrm>
            <a:off x="10111200" y="105767"/>
            <a:ext cx="1471200" cy="360300"/>
          </a:xfrm>
          <a:prstGeom prst="rect">
            <a:avLst/>
          </a:prstGeom>
          <a:solidFill>
            <a:schemeClr val="lt2"/>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200">
                <a:solidFill>
                  <a:schemeClr val="dk1"/>
                </a:solidFill>
                <a:latin typeface="Verizon NHG TX"/>
                <a:ea typeface="Verizon NHG TX"/>
                <a:cs typeface="Verizon NHG TX"/>
                <a:sym typeface="Verizon NHG TX"/>
              </a:rPr>
              <a:t>Outcome Driven Services</a:t>
            </a:r>
            <a:endParaRPr b="1" sz="1200">
              <a:solidFill>
                <a:schemeClr val="dk1"/>
              </a:solidFill>
              <a:latin typeface="Verizon NHG TX"/>
              <a:ea typeface="Verizon NHG TX"/>
              <a:cs typeface="Verizon NHG TX"/>
              <a:sym typeface="Verizon NHG TX"/>
            </a:endParaRPr>
          </a:p>
        </p:txBody>
      </p:sp>
      <p:sp>
        <p:nvSpPr>
          <p:cNvPr id="407" name="Google Shape;407;p62"/>
          <p:cNvSpPr/>
          <p:nvPr/>
        </p:nvSpPr>
        <p:spPr>
          <a:xfrm>
            <a:off x="8472067" y="105767"/>
            <a:ext cx="1471200" cy="360300"/>
          </a:xfrm>
          <a:prstGeom prst="rect">
            <a:avLst/>
          </a:prstGeom>
          <a:solidFill>
            <a:srgbClr val="FFF2CC"/>
          </a:solidFill>
          <a:ln cap="flat" cmpd="sng" w="9525">
            <a:solidFill>
              <a:schemeClr val="dk2"/>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121900" lIns="121900" spcFirstLastPara="1" rIns="121900" wrap="square" tIns="121900">
            <a:noAutofit/>
          </a:bodyPr>
          <a:lstStyle/>
          <a:p>
            <a:pPr indent="0" lvl="0" marL="0" rtl="0" algn="ctr">
              <a:spcBef>
                <a:spcPts val="0"/>
              </a:spcBef>
              <a:spcAft>
                <a:spcPts val="0"/>
              </a:spcAft>
              <a:buNone/>
            </a:pPr>
            <a:r>
              <a:rPr b="1" lang="en-US" sz="1200">
                <a:solidFill>
                  <a:schemeClr val="dk1"/>
                </a:solidFill>
                <a:latin typeface="Verizon NHG TX"/>
                <a:ea typeface="Verizon NHG TX"/>
                <a:cs typeface="Verizon NHG TX"/>
                <a:sym typeface="Verizon NHG TX"/>
              </a:rPr>
              <a:t>Outcome Driven Value</a:t>
            </a:r>
            <a:endParaRPr b="1" sz="1200">
              <a:solidFill>
                <a:schemeClr val="dk1"/>
              </a:solidFill>
              <a:latin typeface="Verizon NHG TX"/>
              <a:ea typeface="Verizon NHG TX"/>
              <a:cs typeface="Verizon NHG TX"/>
              <a:sym typeface="Verizon NHG TX"/>
            </a:endParaRPr>
          </a:p>
        </p:txBody>
      </p:sp>
      <p:sp>
        <p:nvSpPr>
          <p:cNvPr id="408" name="Google Shape;408;p62"/>
          <p:cNvSpPr/>
          <p:nvPr/>
        </p:nvSpPr>
        <p:spPr>
          <a:xfrm>
            <a:off x="2281733" y="2995268"/>
            <a:ext cx="1043700" cy="338400"/>
          </a:xfrm>
          <a:prstGeom prst="rect">
            <a:avLst/>
          </a:prstGeom>
          <a:solidFill>
            <a:srgbClr val="FFF2CC"/>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100"/>
              <a:t>Ingest</a:t>
            </a:r>
            <a:endParaRPr sz="1100"/>
          </a:p>
        </p:txBody>
      </p:sp>
      <p:sp>
        <p:nvSpPr>
          <p:cNvPr id="409" name="Google Shape;409;p62"/>
          <p:cNvSpPr/>
          <p:nvPr/>
        </p:nvSpPr>
        <p:spPr>
          <a:xfrm>
            <a:off x="2281733" y="3903063"/>
            <a:ext cx="24288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Integration &amp; Workflow</a:t>
            </a:r>
            <a:endParaRPr sz="1200"/>
          </a:p>
        </p:txBody>
      </p:sp>
      <p:sp>
        <p:nvSpPr>
          <p:cNvPr id="410" name="Google Shape;410;p62"/>
          <p:cNvSpPr/>
          <p:nvPr/>
        </p:nvSpPr>
        <p:spPr>
          <a:xfrm>
            <a:off x="4866402" y="3903063"/>
            <a:ext cx="24648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200"/>
              <a:t>Scheduling &amp; Capacity Planning</a:t>
            </a:r>
            <a:endParaRPr sz="1200"/>
          </a:p>
        </p:txBody>
      </p:sp>
      <p:sp>
        <p:nvSpPr>
          <p:cNvPr id="411" name="Google Shape;411;p62"/>
          <p:cNvSpPr/>
          <p:nvPr/>
        </p:nvSpPr>
        <p:spPr>
          <a:xfrm>
            <a:off x="7593232" y="3453000"/>
            <a:ext cx="3767700" cy="349200"/>
          </a:xfrm>
          <a:prstGeom prst="rect">
            <a:avLst/>
          </a:prstGeom>
          <a:solidFill>
            <a:srgbClr val="E0E0E0"/>
          </a:solidFill>
          <a:ln cap="flat" cmpd="sng" w="9525">
            <a:solidFill>
              <a:srgbClr val="747676"/>
            </a:solidFill>
            <a:prstDash val="solid"/>
            <a:round/>
            <a:headEnd len="sm" w="sm" type="none"/>
            <a:tailEnd len="sm" w="sm" type="none"/>
          </a:ln>
          <a:effectLst>
            <a:outerShdw blurRad="57150" rotWithShape="0" algn="bl" dir="5400000" dist="19050">
              <a:srgbClr val="000000">
                <a:alpha val="50000"/>
              </a:srgbClr>
            </a:outerShdw>
          </a:effectLst>
        </p:spPr>
        <p:txBody>
          <a:bodyPr anchorCtr="0" anchor="ctr" bIns="0" lIns="91425" spcFirstLastPara="1" rIns="91425" wrap="square" tIns="0">
            <a:noAutofit/>
          </a:bodyPr>
          <a:lstStyle/>
          <a:p>
            <a:pPr indent="0" lvl="0" marL="0" rtl="0" algn="ctr">
              <a:spcBef>
                <a:spcPts val="0"/>
              </a:spcBef>
              <a:spcAft>
                <a:spcPts val="0"/>
              </a:spcAft>
              <a:buNone/>
            </a:pPr>
            <a:r>
              <a:rPr b="1" lang="en-US" sz="1500"/>
              <a:t>Policy Management</a:t>
            </a:r>
            <a:endParaRPr b="1" sz="1500"/>
          </a:p>
        </p:txBody>
      </p:sp>
      <p:sp>
        <p:nvSpPr>
          <p:cNvPr id="412" name="Google Shape;412;p62"/>
          <p:cNvSpPr/>
          <p:nvPr/>
        </p:nvSpPr>
        <p:spPr>
          <a:xfrm>
            <a:off x="7589535" y="4328600"/>
            <a:ext cx="18144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Sharing</a:t>
            </a:r>
            <a:endParaRPr sz="1300"/>
          </a:p>
        </p:txBody>
      </p:sp>
      <p:sp>
        <p:nvSpPr>
          <p:cNvPr id="413" name="Google Shape;413;p62"/>
          <p:cNvSpPr/>
          <p:nvPr/>
        </p:nvSpPr>
        <p:spPr>
          <a:xfrm>
            <a:off x="9519918" y="4328600"/>
            <a:ext cx="18408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Protection</a:t>
            </a:r>
            <a:endParaRPr sz="1300"/>
          </a:p>
        </p:txBody>
      </p:sp>
      <p:sp>
        <p:nvSpPr>
          <p:cNvPr id="414" name="Google Shape;414;p62"/>
          <p:cNvSpPr/>
          <p:nvPr/>
        </p:nvSpPr>
        <p:spPr>
          <a:xfrm>
            <a:off x="7589535" y="3902796"/>
            <a:ext cx="18144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Privacy</a:t>
            </a:r>
            <a:endParaRPr sz="1300"/>
          </a:p>
        </p:txBody>
      </p:sp>
      <p:sp>
        <p:nvSpPr>
          <p:cNvPr id="415" name="Google Shape;415;p62"/>
          <p:cNvSpPr/>
          <p:nvPr/>
        </p:nvSpPr>
        <p:spPr>
          <a:xfrm>
            <a:off x="9519971" y="3902796"/>
            <a:ext cx="1840800" cy="325200"/>
          </a:xfrm>
          <a:prstGeom prst="rect">
            <a:avLst/>
          </a:prstGeom>
          <a:solidFill>
            <a:srgbClr val="E0E0E0"/>
          </a:solidFill>
          <a:ln cap="flat" cmpd="sng" w="9525">
            <a:solidFill>
              <a:srgbClr val="747676"/>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US" sz="1300"/>
              <a:t>Security</a:t>
            </a:r>
            <a:endParaRPr sz="13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63"/>
          <p:cNvSpPr txBox="1"/>
          <p:nvPr>
            <p:ph type="title"/>
          </p:nvPr>
        </p:nvSpPr>
        <p:spPr>
          <a:xfrm>
            <a:off x="2542050" y="1757075"/>
            <a:ext cx="7224000" cy="1674900"/>
          </a:xfrm>
          <a:prstGeom prst="rect">
            <a:avLst/>
          </a:prstGeom>
        </p:spPr>
        <p:txBody>
          <a:bodyPr anchorCtr="0" anchor="t" bIns="0" lIns="0" spcFirstLastPara="1" rIns="0" wrap="square" tIns="0">
            <a:normAutofit/>
          </a:bodyPr>
          <a:lstStyle/>
          <a:p>
            <a:pPr indent="0" lvl="0" marL="0" rtl="0" algn="ctr">
              <a:spcBef>
                <a:spcPts val="0"/>
              </a:spcBef>
              <a:spcAft>
                <a:spcPts val="0"/>
              </a:spcAft>
              <a:buNone/>
            </a:pPr>
            <a:r>
              <a:rPr lang="en-US" sz="5000"/>
              <a:t>Supporting Materials </a:t>
            </a:r>
            <a:endParaRPr sz="5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4" name="Shape 424"/>
        <p:cNvGrpSpPr/>
        <p:nvPr/>
      </p:nvGrpSpPr>
      <p:grpSpPr>
        <a:xfrm>
          <a:off x="0" y="0"/>
          <a:ext cx="0" cy="0"/>
          <a:chOff x="0" y="0"/>
          <a:chExt cx="0" cy="0"/>
        </a:xfrm>
      </p:grpSpPr>
      <p:sp>
        <p:nvSpPr>
          <p:cNvPr id="425" name="Google Shape;425;p64"/>
          <p:cNvSpPr txBox="1"/>
          <p:nvPr>
            <p:ph idx="1" type="body"/>
          </p:nvPr>
        </p:nvSpPr>
        <p:spPr>
          <a:xfrm>
            <a:off x="609600" y="838850"/>
            <a:ext cx="5445600" cy="5273100"/>
          </a:xfrm>
          <a:prstGeom prst="rect">
            <a:avLst/>
          </a:prstGeom>
        </p:spPr>
        <p:txBody>
          <a:bodyPr anchorCtr="0" anchor="t" bIns="0" lIns="0" spcFirstLastPara="1" rIns="0" wrap="square" tIns="0">
            <a:normAutofit/>
          </a:bodyPr>
          <a:lstStyle/>
          <a:p>
            <a:pPr indent="-317500" lvl="0" marL="457200" rtl="0" algn="l">
              <a:lnSpc>
                <a:spcPct val="115000"/>
              </a:lnSpc>
              <a:spcBef>
                <a:spcPts val="0"/>
              </a:spcBef>
              <a:spcAft>
                <a:spcPts val="0"/>
              </a:spcAft>
              <a:buClr>
                <a:srgbClr val="222222"/>
              </a:buClr>
              <a:buSzPts val="1400"/>
              <a:buFont typeface="Arial"/>
              <a:buChar char="●"/>
            </a:pPr>
            <a:r>
              <a:rPr b="0" lang="en-US" sz="1400">
                <a:solidFill>
                  <a:srgbClr val="222222"/>
                </a:solidFill>
                <a:highlight>
                  <a:srgbClr val="FFFFFF"/>
                </a:highlight>
                <a:latin typeface="Arial"/>
                <a:ea typeface="Arial"/>
                <a:cs typeface="Arial"/>
                <a:sym typeface="Arial"/>
              </a:rPr>
              <a:t>An Upper Ontology can be used to harmonize multiple taxonomies, as it provides a common framework for defining and classifying entities and relationships that can be used across different taxonomies. BFO's upper ontology provides a set of foundational concepts and relationships that can be used to define more specific concepts and relationships in different taxonomies.</a:t>
            </a:r>
            <a:endParaRPr b="0" sz="1400">
              <a:solidFill>
                <a:srgbClr val="222222"/>
              </a:solidFill>
              <a:highlight>
                <a:srgbClr val="FFFFFF"/>
              </a:highlight>
              <a:latin typeface="Arial"/>
              <a:ea typeface="Arial"/>
              <a:cs typeface="Arial"/>
              <a:sym typeface="Arial"/>
            </a:endParaRPr>
          </a:p>
          <a:p>
            <a:pPr indent="0" lvl="0" marL="0" rtl="0" algn="l">
              <a:lnSpc>
                <a:spcPct val="115000"/>
              </a:lnSpc>
              <a:spcBef>
                <a:spcPts val="0"/>
              </a:spcBef>
              <a:spcAft>
                <a:spcPts val="0"/>
              </a:spcAft>
              <a:buNone/>
            </a:pPr>
            <a:r>
              <a:t/>
            </a:r>
            <a:endParaRPr b="0" sz="1400">
              <a:solidFill>
                <a:srgbClr val="222222"/>
              </a:solidFill>
              <a:highlight>
                <a:srgbClr val="FFFFFF"/>
              </a:highlight>
              <a:latin typeface="Arial"/>
              <a:ea typeface="Arial"/>
              <a:cs typeface="Arial"/>
              <a:sym typeface="Arial"/>
            </a:endParaRPr>
          </a:p>
          <a:p>
            <a:pPr indent="-317500" lvl="0" marL="457200" rtl="0" algn="l">
              <a:lnSpc>
                <a:spcPct val="115000"/>
              </a:lnSpc>
              <a:spcBef>
                <a:spcPts val="0"/>
              </a:spcBef>
              <a:spcAft>
                <a:spcPts val="0"/>
              </a:spcAft>
              <a:buClr>
                <a:srgbClr val="222222"/>
              </a:buClr>
              <a:buSzPts val="1400"/>
              <a:buFont typeface="Arial"/>
              <a:buChar char="●"/>
            </a:pPr>
            <a:r>
              <a:rPr b="0" lang="en-US" sz="1400">
                <a:solidFill>
                  <a:srgbClr val="222222"/>
                </a:solidFill>
                <a:highlight>
                  <a:srgbClr val="FFFFFF"/>
                </a:highlight>
                <a:latin typeface="Arial"/>
                <a:ea typeface="Arial"/>
                <a:cs typeface="Arial"/>
                <a:sym typeface="Arial"/>
              </a:rPr>
              <a:t>By adopting BFO as a common framework, different taxonomies can be mapped and aligned to ensure consistency and interoperability between them. For example, a company with multiple business units or departments may have different taxonomies for product classification, customer segmentation, and sales channels. </a:t>
            </a:r>
            <a:endParaRPr b="0" sz="1400">
              <a:solidFill>
                <a:srgbClr val="222222"/>
              </a:solidFill>
              <a:highlight>
                <a:srgbClr val="FFFFFF"/>
              </a:highlight>
              <a:latin typeface="Arial"/>
              <a:ea typeface="Arial"/>
              <a:cs typeface="Arial"/>
              <a:sym typeface="Arial"/>
            </a:endParaRPr>
          </a:p>
          <a:p>
            <a:pPr indent="0" lvl="0" marL="457200" rtl="0" algn="l">
              <a:lnSpc>
                <a:spcPct val="115000"/>
              </a:lnSpc>
              <a:spcBef>
                <a:spcPts val="0"/>
              </a:spcBef>
              <a:spcAft>
                <a:spcPts val="0"/>
              </a:spcAft>
              <a:buNone/>
            </a:pPr>
            <a:r>
              <a:t/>
            </a:r>
            <a:endParaRPr b="0" sz="1400">
              <a:solidFill>
                <a:srgbClr val="222222"/>
              </a:solidFill>
              <a:highlight>
                <a:srgbClr val="FFFFFF"/>
              </a:highlight>
              <a:latin typeface="Arial"/>
              <a:ea typeface="Arial"/>
              <a:cs typeface="Arial"/>
              <a:sym typeface="Arial"/>
            </a:endParaRPr>
          </a:p>
          <a:p>
            <a:pPr indent="-317500" lvl="0" marL="457200" rtl="0" algn="l">
              <a:lnSpc>
                <a:spcPct val="115000"/>
              </a:lnSpc>
              <a:spcBef>
                <a:spcPts val="0"/>
              </a:spcBef>
              <a:spcAft>
                <a:spcPts val="0"/>
              </a:spcAft>
              <a:buClr>
                <a:srgbClr val="222222"/>
              </a:buClr>
              <a:buSzPts val="1400"/>
              <a:buFont typeface="Arial"/>
              <a:buChar char="●"/>
            </a:pPr>
            <a:r>
              <a:rPr b="0" lang="en-US" sz="1400">
                <a:solidFill>
                  <a:srgbClr val="222222"/>
                </a:solidFill>
                <a:highlight>
                  <a:srgbClr val="FFFFFF"/>
                </a:highlight>
                <a:latin typeface="Arial"/>
                <a:ea typeface="Arial"/>
                <a:cs typeface="Arial"/>
                <a:sym typeface="Arial"/>
              </a:rPr>
              <a:t>By mapping these taxonomies to BFO's upper ontology, the company can ensure that each taxonomy uses the same foundational concepts and relationships, and that these concepts and relationships are consistent across different taxonomies.</a:t>
            </a:r>
            <a:endParaRPr b="0" sz="1400">
              <a:solidFill>
                <a:srgbClr val="222222"/>
              </a:solidFill>
              <a:highlight>
                <a:srgbClr val="FFFFFF"/>
              </a:highlight>
              <a:latin typeface="Arial"/>
              <a:ea typeface="Arial"/>
              <a:cs typeface="Arial"/>
              <a:sym typeface="Arial"/>
            </a:endParaRPr>
          </a:p>
        </p:txBody>
      </p:sp>
      <p:sp>
        <p:nvSpPr>
          <p:cNvPr id="426" name="Google Shape;426;p64"/>
          <p:cNvSpPr txBox="1"/>
          <p:nvPr>
            <p:ph type="title"/>
          </p:nvPr>
        </p:nvSpPr>
        <p:spPr>
          <a:xfrm>
            <a:off x="609600" y="178700"/>
            <a:ext cx="70449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How can a Telecom Leverage an Upper Ontology?</a:t>
            </a:r>
            <a:endParaRPr/>
          </a:p>
        </p:txBody>
      </p:sp>
      <p:pic>
        <p:nvPicPr>
          <p:cNvPr id="427" name="Google Shape;427;p64"/>
          <p:cNvPicPr preferRelativeResize="0"/>
          <p:nvPr/>
        </p:nvPicPr>
        <p:blipFill>
          <a:blip r:embed="rId3">
            <a:alphaModFix/>
          </a:blip>
          <a:stretch>
            <a:fillRect/>
          </a:stretch>
        </p:blipFill>
        <p:spPr>
          <a:xfrm>
            <a:off x="7280075" y="919929"/>
            <a:ext cx="4146775" cy="1977675"/>
          </a:xfrm>
          <a:prstGeom prst="rect">
            <a:avLst/>
          </a:prstGeom>
          <a:noFill/>
          <a:ln>
            <a:noFill/>
          </a:ln>
        </p:spPr>
      </p:pic>
      <p:grpSp>
        <p:nvGrpSpPr>
          <p:cNvPr id="428" name="Google Shape;428;p64"/>
          <p:cNvGrpSpPr/>
          <p:nvPr/>
        </p:nvGrpSpPr>
        <p:grpSpPr>
          <a:xfrm>
            <a:off x="6975275" y="3663228"/>
            <a:ext cx="887100" cy="991172"/>
            <a:chOff x="7051475" y="3434628"/>
            <a:chExt cx="887100" cy="991172"/>
          </a:xfrm>
        </p:grpSpPr>
        <p:pic>
          <p:nvPicPr>
            <p:cNvPr id="429" name="Google Shape;429;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30" name="Google Shape;430;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Chart of Accounts</a:t>
              </a:r>
              <a:endParaRPr sz="1000">
                <a:latin typeface="Roboto"/>
                <a:ea typeface="Roboto"/>
                <a:cs typeface="Roboto"/>
                <a:sym typeface="Roboto"/>
              </a:endParaRPr>
            </a:p>
          </p:txBody>
        </p:sp>
      </p:grpSp>
      <p:grpSp>
        <p:nvGrpSpPr>
          <p:cNvPr id="431" name="Google Shape;431;p64"/>
          <p:cNvGrpSpPr/>
          <p:nvPr/>
        </p:nvGrpSpPr>
        <p:grpSpPr>
          <a:xfrm>
            <a:off x="8435600" y="3856553"/>
            <a:ext cx="887100" cy="991172"/>
            <a:chOff x="7051475" y="3434628"/>
            <a:chExt cx="887100" cy="991172"/>
          </a:xfrm>
        </p:grpSpPr>
        <p:pic>
          <p:nvPicPr>
            <p:cNvPr id="432" name="Google Shape;432;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33" name="Google Shape;433;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Org Chart</a:t>
              </a:r>
              <a:endParaRPr sz="1000">
                <a:latin typeface="Roboto"/>
                <a:ea typeface="Roboto"/>
                <a:cs typeface="Roboto"/>
                <a:sym typeface="Roboto"/>
              </a:endParaRPr>
            </a:p>
          </p:txBody>
        </p:sp>
      </p:grpSp>
      <p:grpSp>
        <p:nvGrpSpPr>
          <p:cNvPr id="434" name="Google Shape;434;p64"/>
          <p:cNvGrpSpPr/>
          <p:nvPr/>
        </p:nvGrpSpPr>
        <p:grpSpPr>
          <a:xfrm>
            <a:off x="6975275" y="5003228"/>
            <a:ext cx="887100" cy="991172"/>
            <a:chOff x="7051475" y="3434628"/>
            <a:chExt cx="887100" cy="991172"/>
          </a:xfrm>
        </p:grpSpPr>
        <p:pic>
          <p:nvPicPr>
            <p:cNvPr id="435" name="Google Shape;435;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36" name="Google Shape;436;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Products</a:t>
              </a:r>
              <a:endParaRPr sz="1000">
                <a:latin typeface="Roboto"/>
                <a:ea typeface="Roboto"/>
                <a:cs typeface="Roboto"/>
                <a:sym typeface="Roboto"/>
              </a:endParaRPr>
            </a:p>
          </p:txBody>
        </p:sp>
      </p:grpSp>
      <p:grpSp>
        <p:nvGrpSpPr>
          <p:cNvPr id="437" name="Google Shape;437;p64"/>
          <p:cNvGrpSpPr/>
          <p:nvPr/>
        </p:nvGrpSpPr>
        <p:grpSpPr>
          <a:xfrm>
            <a:off x="9763950" y="3615453"/>
            <a:ext cx="887100" cy="991172"/>
            <a:chOff x="7051475" y="3434628"/>
            <a:chExt cx="887100" cy="991172"/>
          </a:xfrm>
        </p:grpSpPr>
        <p:pic>
          <p:nvPicPr>
            <p:cNvPr id="438" name="Google Shape;438;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39" name="Google Shape;439;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Policies (Terms)</a:t>
              </a:r>
              <a:endParaRPr sz="1000">
                <a:latin typeface="Roboto"/>
                <a:ea typeface="Roboto"/>
                <a:cs typeface="Roboto"/>
                <a:sym typeface="Roboto"/>
              </a:endParaRPr>
            </a:p>
          </p:txBody>
        </p:sp>
      </p:grpSp>
      <p:grpSp>
        <p:nvGrpSpPr>
          <p:cNvPr id="440" name="Google Shape;440;p64"/>
          <p:cNvGrpSpPr/>
          <p:nvPr/>
        </p:nvGrpSpPr>
        <p:grpSpPr>
          <a:xfrm>
            <a:off x="9393225" y="4879778"/>
            <a:ext cx="887100" cy="991172"/>
            <a:chOff x="7051475" y="3434628"/>
            <a:chExt cx="887100" cy="991172"/>
          </a:xfrm>
        </p:grpSpPr>
        <p:pic>
          <p:nvPicPr>
            <p:cNvPr id="441" name="Google Shape;441;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42" name="Google Shape;442;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Services</a:t>
              </a:r>
              <a:endParaRPr sz="1000">
                <a:latin typeface="Roboto"/>
                <a:ea typeface="Roboto"/>
                <a:cs typeface="Roboto"/>
                <a:sym typeface="Roboto"/>
              </a:endParaRPr>
            </a:p>
          </p:txBody>
        </p:sp>
      </p:grpSp>
      <p:grpSp>
        <p:nvGrpSpPr>
          <p:cNvPr id="443" name="Google Shape;443;p64"/>
          <p:cNvGrpSpPr/>
          <p:nvPr/>
        </p:nvGrpSpPr>
        <p:grpSpPr>
          <a:xfrm>
            <a:off x="10842150" y="4409303"/>
            <a:ext cx="887100" cy="991172"/>
            <a:chOff x="7051475" y="3434628"/>
            <a:chExt cx="887100" cy="991172"/>
          </a:xfrm>
        </p:grpSpPr>
        <p:pic>
          <p:nvPicPr>
            <p:cNvPr id="444" name="Google Shape;444;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45" name="Google Shape;445;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Data Products</a:t>
              </a:r>
              <a:endParaRPr sz="1000">
                <a:latin typeface="Roboto"/>
                <a:ea typeface="Roboto"/>
                <a:cs typeface="Roboto"/>
                <a:sym typeface="Roboto"/>
              </a:endParaRPr>
            </a:p>
          </p:txBody>
        </p:sp>
      </p:grpSp>
      <p:grpSp>
        <p:nvGrpSpPr>
          <p:cNvPr id="446" name="Google Shape;446;p64"/>
          <p:cNvGrpSpPr/>
          <p:nvPr/>
        </p:nvGrpSpPr>
        <p:grpSpPr>
          <a:xfrm>
            <a:off x="8253625" y="5130378"/>
            <a:ext cx="887100" cy="991172"/>
            <a:chOff x="7051475" y="3434628"/>
            <a:chExt cx="887100" cy="991172"/>
          </a:xfrm>
        </p:grpSpPr>
        <p:pic>
          <p:nvPicPr>
            <p:cNvPr id="447" name="Google Shape;447;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48" name="Google Shape;448;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Customers</a:t>
              </a:r>
              <a:endParaRPr sz="1000">
                <a:latin typeface="Roboto"/>
                <a:ea typeface="Roboto"/>
                <a:cs typeface="Roboto"/>
                <a:sym typeface="Roboto"/>
              </a:endParaRPr>
            </a:p>
          </p:txBody>
        </p:sp>
      </p:grpSp>
      <p:grpSp>
        <p:nvGrpSpPr>
          <p:cNvPr id="449" name="Google Shape;449;p64"/>
          <p:cNvGrpSpPr/>
          <p:nvPr/>
        </p:nvGrpSpPr>
        <p:grpSpPr>
          <a:xfrm>
            <a:off x="10330350" y="5400478"/>
            <a:ext cx="887100" cy="991172"/>
            <a:chOff x="7051475" y="3434628"/>
            <a:chExt cx="887100" cy="991172"/>
          </a:xfrm>
        </p:grpSpPr>
        <p:pic>
          <p:nvPicPr>
            <p:cNvPr id="450" name="Google Shape;450;p64"/>
            <p:cNvPicPr preferRelativeResize="0"/>
            <p:nvPr/>
          </p:nvPicPr>
          <p:blipFill>
            <a:blip r:embed="rId4">
              <a:alphaModFix amt="22000"/>
            </a:blip>
            <a:stretch>
              <a:fillRect/>
            </a:stretch>
          </p:blipFill>
          <p:spPr>
            <a:xfrm>
              <a:off x="7146875" y="3434628"/>
              <a:ext cx="696300" cy="696300"/>
            </a:xfrm>
            <a:prstGeom prst="rect">
              <a:avLst/>
            </a:prstGeom>
            <a:noFill/>
            <a:ln>
              <a:noFill/>
            </a:ln>
          </p:spPr>
        </p:pic>
        <p:sp>
          <p:nvSpPr>
            <p:cNvPr id="451" name="Google Shape;451;p64"/>
            <p:cNvSpPr/>
            <p:nvPr/>
          </p:nvSpPr>
          <p:spPr>
            <a:xfrm>
              <a:off x="7051475" y="4017200"/>
              <a:ext cx="887100" cy="408600"/>
            </a:xfrm>
            <a:prstGeom prst="rect">
              <a:avLst/>
            </a:prstGeom>
            <a:noFill/>
            <a:ln>
              <a:noFill/>
            </a:ln>
          </p:spPr>
          <p:txBody>
            <a:bodyPr anchorCtr="0" anchor="t" bIns="121900" lIns="121900" spcFirstLastPara="1" rIns="121900" wrap="square" tIns="121900">
              <a:noAutofit/>
            </a:bodyPr>
            <a:lstStyle/>
            <a:p>
              <a:pPr indent="0" lvl="0" marL="0" rtl="0" algn="ctr">
                <a:lnSpc>
                  <a:spcPct val="75000"/>
                </a:lnSpc>
                <a:spcBef>
                  <a:spcPts val="0"/>
                </a:spcBef>
                <a:spcAft>
                  <a:spcPts val="0"/>
                </a:spcAft>
                <a:buNone/>
              </a:pPr>
              <a:r>
                <a:rPr b="1" lang="en-US" sz="1000">
                  <a:latin typeface="Roboto"/>
                  <a:ea typeface="Roboto"/>
                  <a:cs typeface="Roboto"/>
                  <a:sym typeface="Roboto"/>
                </a:rPr>
                <a:t>Locations</a:t>
              </a:r>
              <a:endParaRPr sz="1000">
                <a:latin typeface="Roboto"/>
                <a:ea typeface="Roboto"/>
                <a:cs typeface="Roboto"/>
                <a:sym typeface="Roboto"/>
              </a:endParaRPr>
            </a:p>
          </p:txBody>
        </p:sp>
      </p:grpSp>
      <p:pic>
        <p:nvPicPr>
          <p:cNvPr id="452" name="Google Shape;452;p64"/>
          <p:cNvPicPr preferRelativeResize="0"/>
          <p:nvPr/>
        </p:nvPicPr>
        <p:blipFill>
          <a:blip r:embed="rId5">
            <a:alphaModFix/>
          </a:blip>
          <a:stretch>
            <a:fillRect/>
          </a:stretch>
        </p:blipFill>
        <p:spPr>
          <a:xfrm>
            <a:off x="7159676" y="3056250"/>
            <a:ext cx="4339649" cy="4767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65"/>
          <p:cNvSpPr txBox="1"/>
          <p:nvPr>
            <p:ph idx="1" type="body"/>
          </p:nvPr>
        </p:nvSpPr>
        <p:spPr>
          <a:xfrm>
            <a:off x="609600" y="838850"/>
            <a:ext cx="5445600" cy="5273100"/>
          </a:xfrm>
          <a:prstGeom prst="rect">
            <a:avLst/>
          </a:prstGeom>
        </p:spPr>
        <p:txBody>
          <a:bodyPr anchorCtr="0" anchor="t" bIns="0" lIns="0" spcFirstLastPara="1" rIns="0" wrap="square" tIns="0">
            <a:normAutofit/>
          </a:bodyPr>
          <a:lstStyle/>
          <a:p>
            <a:pPr indent="-304800" lvl="0" marL="457200" rtl="0" algn="l">
              <a:lnSpc>
                <a:spcPct val="115000"/>
              </a:lnSpc>
              <a:spcBef>
                <a:spcPts val="0"/>
              </a:spcBef>
              <a:spcAft>
                <a:spcPts val="0"/>
              </a:spcAft>
              <a:buClr>
                <a:srgbClr val="222222"/>
              </a:buClr>
              <a:buSzPts val="1200"/>
              <a:buFont typeface="Arial"/>
              <a:buChar char="●"/>
            </a:pPr>
            <a:r>
              <a:rPr lang="en-US" sz="1200">
                <a:solidFill>
                  <a:srgbClr val="222222"/>
                </a:solidFill>
                <a:highlight>
                  <a:srgbClr val="FFFFFF"/>
                </a:highlight>
                <a:latin typeface="Arial"/>
                <a:ea typeface="Arial"/>
                <a:cs typeface="Arial"/>
                <a:sym typeface="Arial"/>
              </a:rPr>
              <a:t>Consistent Data Representation:</a:t>
            </a:r>
            <a:r>
              <a:rPr b="0" lang="en-US" sz="1200">
                <a:solidFill>
                  <a:srgbClr val="222222"/>
                </a:solidFill>
                <a:highlight>
                  <a:srgbClr val="FFFFFF"/>
                </a:highlight>
                <a:latin typeface="Arial"/>
                <a:ea typeface="Arial"/>
                <a:cs typeface="Arial"/>
                <a:sym typeface="Arial"/>
              </a:rPr>
              <a:t> BFO provides a standardized framework for representing concepts and relationships so we can ensure consistent data representation across different systems, departments, and data sources. This promotes data integrity and coherence, enabling accurate and meaningful analysis.</a:t>
            </a:r>
            <a:endParaRPr b="0" sz="1200">
              <a:solidFill>
                <a:srgbClr val="222222"/>
              </a:solidFill>
              <a:highlight>
                <a:srgbClr val="FFFFFF"/>
              </a:highlight>
              <a:latin typeface="Arial"/>
              <a:ea typeface="Arial"/>
              <a:cs typeface="Arial"/>
              <a:sym typeface="Arial"/>
            </a:endParaRPr>
          </a:p>
          <a:p>
            <a:pPr indent="-304800" lvl="0" marL="457200" rtl="0" algn="l">
              <a:lnSpc>
                <a:spcPct val="115000"/>
              </a:lnSpc>
              <a:spcBef>
                <a:spcPts val="1000"/>
              </a:spcBef>
              <a:spcAft>
                <a:spcPts val="0"/>
              </a:spcAft>
              <a:buClr>
                <a:srgbClr val="222222"/>
              </a:buClr>
              <a:buSzPts val="1200"/>
              <a:buFont typeface="Arial"/>
              <a:buChar char="●"/>
            </a:pPr>
            <a:r>
              <a:rPr lang="en-US" sz="1200">
                <a:solidFill>
                  <a:srgbClr val="222222"/>
                </a:solidFill>
                <a:highlight>
                  <a:srgbClr val="FFFFFF"/>
                </a:highlight>
                <a:latin typeface="Arial"/>
                <a:ea typeface="Arial"/>
                <a:cs typeface="Arial"/>
                <a:sym typeface="Arial"/>
              </a:rPr>
              <a:t>Enhanced Data Integration:</a:t>
            </a:r>
            <a:r>
              <a:rPr b="0" lang="en-US" sz="1200">
                <a:solidFill>
                  <a:srgbClr val="222222"/>
                </a:solidFill>
                <a:highlight>
                  <a:srgbClr val="FFFFFF"/>
                </a:highlight>
                <a:latin typeface="Arial"/>
                <a:ea typeface="Arial"/>
                <a:cs typeface="Arial"/>
                <a:sym typeface="Arial"/>
              </a:rPr>
              <a:t> Harmonizing taxonomies using BFO facilitates the integration of diverse data sources so we can establish a common language and semantic structure for data integration, enabling seamless merging and analysis of consumer data from various sources. This leads to a more comprehensive understanding of customer behavior and preferences.</a:t>
            </a:r>
            <a:endParaRPr b="0" sz="1200">
              <a:solidFill>
                <a:srgbClr val="222222"/>
              </a:solidFill>
              <a:highlight>
                <a:srgbClr val="FFFFFF"/>
              </a:highlight>
              <a:latin typeface="Arial"/>
              <a:ea typeface="Arial"/>
              <a:cs typeface="Arial"/>
              <a:sym typeface="Arial"/>
            </a:endParaRPr>
          </a:p>
          <a:p>
            <a:pPr indent="-304800" lvl="0" marL="457200" rtl="0" algn="l">
              <a:lnSpc>
                <a:spcPct val="115000"/>
              </a:lnSpc>
              <a:spcBef>
                <a:spcPts val="1000"/>
              </a:spcBef>
              <a:spcAft>
                <a:spcPts val="0"/>
              </a:spcAft>
              <a:buClr>
                <a:srgbClr val="222222"/>
              </a:buClr>
              <a:buSzPts val="1200"/>
              <a:buFont typeface="Arial"/>
              <a:buChar char="●"/>
            </a:pPr>
            <a:r>
              <a:rPr lang="en-US" sz="1200">
                <a:solidFill>
                  <a:srgbClr val="222222"/>
                </a:solidFill>
                <a:highlight>
                  <a:srgbClr val="FFFFFF"/>
                </a:highlight>
                <a:latin typeface="Arial"/>
                <a:ea typeface="Arial"/>
                <a:cs typeface="Arial"/>
                <a:sym typeface="Arial"/>
              </a:rPr>
              <a:t>Improved Cross-Domain Analysis:</a:t>
            </a:r>
            <a:r>
              <a:rPr b="0" lang="en-US" sz="1200">
                <a:solidFill>
                  <a:srgbClr val="222222"/>
                </a:solidFill>
                <a:highlight>
                  <a:srgbClr val="FFFFFF"/>
                </a:highlight>
                <a:latin typeface="Arial"/>
                <a:ea typeface="Arial"/>
                <a:cs typeface="Arial"/>
                <a:sym typeface="Arial"/>
              </a:rPr>
              <a:t> BFO's upper ontology allows for cross-domain analysis by providing a shared vocabulary and framework so we can bridge different data domains and perform multi-dimensional analysis, uncovering correlations and insights that span various aspects such as customer demographics, usage patterns, marketing campaigns, and network performance.</a:t>
            </a:r>
            <a:endParaRPr b="0" sz="1200">
              <a:solidFill>
                <a:srgbClr val="222222"/>
              </a:solidFill>
              <a:highlight>
                <a:srgbClr val="FFFFFF"/>
              </a:highlight>
              <a:latin typeface="Arial"/>
              <a:ea typeface="Arial"/>
              <a:cs typeface="Arial"/>
              <a:sym typeface="Arial"/>
            </a:endParaRPr>
          </a:p>
          <a:p>
            <a:pPr indent="-304800" lvl="0" marL="457200" rtl="0" algn="l">
              <a:lnSpc>
                <a:spcPct val="115000"/>
              </a:lnSpc>
              <a:spcBef>
                <a:spcPts val="1000"/>
              </a:spcBef>
              <a:spcAft>
                <a:spcPts val="0"/>
              </a:spcAft>
              <a:buClr>
                <a:srgbClr val="222222"/>
              </a:buClr>
              <a:buSzPts val="1200"/>
              <a:buFont typeface="Arial"/>
              <a:buChar char="●"/>
            </a:pPr>
            <a:r>
              <a:rPr lang="en-US" sz="1200">
                <a:solidFill>
                  <a:srgbClr val="222222"/>
                </a:solidFill>
                <a:highlight>
                  <a:srgbClr val="FFFFFF"/>
                </a:highlight>
                <a:latin typeface="Arial"/>
                <a:ea typeface="Arial"/>
                <a:cs typeface="Arial"/>
                <a:sym typeface="Arial"/>
              </a:rPr>
              <a:t>Actionable Insights and Decision-Making:</a:t>
            </a:r>
            <a:r>
              <a:rPr b="0" lang="en-US" sz="1200">
                <a:solidFill>
                  <a:srgbClr val="222222"/>
                </a:solidFill>
                <a:highlight>
                  <a:srgbClr val="FFFFFF"/>
                </a:highlight>
                <a:latin typeface="Arial"/>
                <a:ea typeface="Arial"/>
                <a:cs typeface="Arial"/>
                <a:sym typeface="Arial"/>
              </a:rPr>
              <a:t> Harmonizing taxonomies using BFO enables the generation of actionable insights so we can derive meaningful relationships and patterns from consumer data. This empowers data-driven decision-making, enabling the identification of new revenue opportunities, improved customer targeting, and the optimization of marketing strategies.</a:t>
            </a:r>
            <a:endParaRPr b="0" sz="1200">
              <a:solidFill>
                <a:srgbClr val="222222"/>
              </a:solidFill>
              <a:highlight>
                <a:srgbClr val="FFFFFF"/>
              </a:highlight>
              <a:latin typeface="Arial"/>
              <a:ea typeface="Arial"/>
              <a:cs typeface="Arial"/>
              <a:sym typeface="Arial"/>
            </a:endParaRPr>
          </a:p>
        </p:txBody>
      </p:sp>
      <p:sp>
        <p:nvSpPr>
          <p:cNvPr id="458" name="Google Shape;458;p65"/>
          <p:cNvSpPr txBox="1"/>
          <p:nvPr>
            <p:ph type="title"/>
          </p:nvPr>
        </p:nvSpPr>
        <p:spPr>
          <a:xfrm>
            <a:off x="609600" y="178700"/>
            <a:ext cx="89628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Benefits of Adopting an Upper Ontology for Data Products</a:t>
            </a:r>
            <a:endParaRPr/>
          </a:p>
        </p:txBody>
      </p:sp>
      <p:pic>
        <p:nvPicPr>
          <p:cNvPr id="459" name="Google Shape;459;p65"/>
          <p:cNvPicPr preferRelativeResize="0"/>
          <p:nvPr/>
        </p:nvPicPr>
        <p:blipFill>
          <a:blip r:embed="rId3">
            <a:alphaModFix/>
          </a:blip>
          <a:stretch>
            <a:fillRect/>
          </a:stretch>
        </p:blipFill>
        <p:spPr>
          <a:xfrm>
            <a:off x="7090000" y="975879"/>
            <a:ext cx="4146775" cy="1977675"/>
          </a:xfrm>
          <a:prstGeom prst="rect">
            <a:avLst/>
          </a:prstGeom>
          <a:noFill/>
          <a:ln>
            <a:noFill/>
          </a:ln>
        </p:spPr>
      </p:pic>
      <p:pic>
        <p:nvPicPr>
          <p:cNvPr id="460" name="Google Shape;460;p65"/>
          <p:cNvPicPr preferRelativeResize="0"/>
          <p:nvPr/>
        </p:nvPicPr>
        <p:blipFill>
          <a:blip r:embed="rId4">
            <a:alphaModFix/>
          </a:blip>
          <a:stretch>
            <a:fillRect/>
          </a:stretch>
        </p:blipFill>
        <p:spPr>
          <a:xfrm>
            <a:off x="6976299" y="3233433"/>
            <a:ext cx="4748725" cy="2744292"/>
          </a:xfrm>
          <a:prstGeom prst="rect">
            <a:avLst/>
          </a:prstGeom>
          <a:noFill/>
          <a:ln>
            <a:noFill/>
          </a:ln>
        </p:spPr>
      </p:pic>
      <p:grpSp>
        <p:nvGrpSpPr>
          <p:cNvPr id="461" name="Google Shape;461;p65"/>
          <p:cNvGrpSpPr/>
          <p:nvPr/>
        </p:nvGrpSpPr>
        <p:grpSpPr>
          <a:xfrm>
            <a:off x="10953311" y="41134"/>
            <a:ext cx="1158736" cy="1136936"/>
            <a:chOff x="7489467" y="-1590471"/>
            <a:chExt cx="2534974" cy="2534974"/>
          </a:xfrm>
        </p:grpSpPr>
        <p:grpSp>
          <p:nvGrpSpPr>
            <p:cNvPr id="462" name="Google Shape;462;p65"/>
            <p:cNvGrpSpPr/>
            <p:nvPr/>
          </p:nvGrpSpPr>
          <p:grpSpPr>
            <a:xfrm>
              <a:off x="7489467" y="-1590471"/>
              <a:ext cx="2534974" cy="2534974"/>
              <a:chOff x="3149667" y="1169466"/>
              <a:chExt cx="2786910" cy="2786910"/>
            </a:xfrm>
          </p:grpSpPr>
          <p:grpSp>
            <p:nvGrpSpPr>
              <p:cNvPr id="463" name="Google Shape;463;p65"/>
              <p:cNvGrpSpPr/>
              <p:nvPr/>
            </p:nvGrpSpPr>
            <p:grpSpPr>
              <a:xfrm>
                <a:off x="3149667" y="1169466"/>
                <a:ext cx="2786910" cy="2786910"/>
                <a:chOff x="3214970" y="1257341"/>
                <a:chExt cx="2997000" cy="2997000"/>
              </a:xfrm>
            </p:grpSpPr>
            <p:sp>
              <p:nvSpPr>
                <p:cNvPr id="464" name="Google Shape;464;p65"/>
                <p:cNvSpPr/>
                <p:nvPr/>
              </p:nvSpPr>
              <p:spPr>
                <a:xfrm>
                  <a:off x="3786971" y="1863419"/>
                  <a:ext cx="1646100" cy="116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Verizon NHG TX"/>
                    <a:buNone/>
                  </a:pPr>
                  <a:r>
                    <a:rPr b="1" i="0" lang="en-US" sz="1400" u="none" cap="none" strike="noStrike">
                      <a:solidFill>
                        <a:srgbClr val="000000"/>
                      </a:solidFill>
                      <a:latin typeface="Verizon NHG TX"/>
                      <a:ea typeface="Verizon NHG TX"/>
                      <a:cs typeface="Verizon NHG TX"/>
                      <a:sym typeface="Verizon NHG TX"/>
                    </a:rPr>
                    <a:t> </a:t>
                  </a:r>
                  <a:endParaRPr b="1" i="0" sz="1400" u="none" cap="none" strike="noStrike">
                    <a:solidFill>
                      <a:srgbClr val="000000"/>
                    </a:solidFill>
                    <a:latin typeface="Verizon NHG TX"/>
                    <a:ea typeface="Verizon NHG TX"/>
                    <a:cs typeface="Verizon NHG TX"/>
                    <a:sym typeface="Verizon NHG TX"/>
                  </a:endParaRPr>
                </a:p>
              </p:txBody>
            </p:sp>
            <p:sp>
              <p:nvSpPr>
                <p:cNvPr id="465" name="Google Shape;465;p65"/>
                <p:cNvSpPr/>
                <p:nvPr/>
              </p:nvSpPr>
              <p:spPr>
                <a:xfrm>
                  <a:off x="3214970" y="1257341"/>
                  <a:ext cx="2997000" cy="2997000"/>
                </a:xfrm>
                <a:prstGeom prst="ellipse">
                  <a:avLst/>
                </a:prstGeom>
                <a:solidFill>
                  <a:srgbClr val="D52B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Verizon NHG TX"/>
                    <a:buNone/>
                  </a:pPr>
                  <a:r>
                    <a:t/>
                  </a:r>
                  <a:endParaRPr b="0" i="0" sz="1800" u="none" cap="none" strike="noStrike">
                    <a:solidFill>
                      <a:srgbClr val="FFFFFF"/>
                    </a:solidFill>
                    <a:latin typeface="Verizon NHG TX"/>
                    <a:ea typeface="Verizon NHG TX"/>
                    <a:cs typeface="Verizon NHG TX"/>
                    <a:sym typeface="Verizon NHG TX"/>
                  </a:endParaRPr>
                </a:p>
              </p:txBody>
            </p:sp>
            <p:pic>
              <p:nvPicPr>
                <p:cNvPr descr="A close up of a logo&#10;&#10;Description automatically generated" id="466" name="Google Shape;466;p65"/>
                <p:cNvPicPr preferRelativeResize="0"/>
                <p:nvPr/>
              </p:nvPicPr>
              <p:blipFill rotWithShape="1">
                <a:blip r:embed="rId5">
                  <a:alphaModFix/>
                </a:blip>
                <a:srcRect b="0" l="0" r="0" t="0"/>
                <a:stretch/>
              </p:blipFill>
              <p:spPr>
                <a:xfrm>
                  <a:off x="4612310" y="1441224"/>
                  <a:ext cx="228600" cy="228600"/>
                </a:xfrm>
                <a:prstGeom prst="rect">
                  <a:avLst/>
                </a:prstGeom>
                <a:noFill/>
                <a:ln>
                  <a:noFill/>
                </a:ln>
              </p:spPr>
            </p:pic>
            <p:pic>
              <p:nvPicPr>
                <p:cNvPr descr="A close up of a logo&#10;&#10;Description automatically generated" id="467" name="Google Shape;467;p65"/>
                <p:cNvPicPr preferRelativeResize="0"/>
                <p:nvPr/>
              </p:nvPicPr>
              <p:blipFill rotWithShape="1">
                <a:blip r:embed="rId6">
                  <a:alphaModFix/>
                </a:blip>
                <a:srcRect b="0" l="0" r="0" t="0"/>
                <a:stretch/>
              </p:blipFill>
              <p:spPr>
                <a:xfrm>
                  <a:off x="4202783" y="1500958"/>
                  <a:ext cx="228600" cy="228600"/>
                </a:xfrm>
                <a:prstGeom prst="rect">
                  <a:avLst/>
                </a:prstGeom>
                <a:noFill/>
                <a:ln>
                  <a:noFill/>
                </a:ln>
              </p:spPr>
            </p:pic>
            <p:pic>
              <p:nvPicPr>
                <p:cNvPr descr="A close up of a logo&#10;&#10;Description automatically generated" id="468" name="Google Shape;468;p65"/>
                <p:cNvPicPr preferRelativeResize="0"/>
                <p:nvPr/>
              </p:nvPicPr>
              <p:blipFill rotWithShape="1">
                <a:blip r:embed="rId7">
                  <a:alphaModFix/>
                </a:blip>
                <a:srcRect b="0" l="0" r="0" t="0"/>
                <a:stretch/>
              </p:blipFill>
              <p:spPr>
                <a:xfrm>
                  <a:off x="3844537" y="1698917"/>
                  <a:ext cx="228600" cy="215900"/>
                </a:xfrm>
                <a:prstGeom prst="rect">
                  <a:avLst/>
                </a:prstGeom>
                <a:noFill/>
                <a:ln>
                  <a:noFill/>
                </a:ln>
              </p:spPr>
            </p:pic>
            <p:pic>
              <p:nvPicPr>
                <p:cNvPr descr="A close up of a logo&#10;&#10;Description automatically generated" id="469" name="Google Shape;469;p65"/>
                <p:cNvPicPr preferRelativeResize="0"/>
                <p:nvPr/>
              </p:nvPicPr>
              <p:blipFill rotWithShape="1">
                <a:blip r:embed="rId8">
                  <a:alphaModFix/>
                </a:blip>
                <a:srcRect b="0" l="0" r="0" t="0"/>
                <a:stretch/>
              </p:blipFill>
              <p:spPr>
                <a:xfrm>
                  <a:off x="3594325" y="1968347"/>
                  <a:ext cx="215900" cy="228600"/>
                </a:xfrm>
                <a:prstGeom prst="rect">
                  <a:avLst/>
                </a:prstGeom>
                <a:noFill/>
                <a:ln>
                  <a:noFill/>
                </a:ln>
              </p:spPr>
            </p:pic>
            <p:pic>
              <p:nvPicPr>
                <p:cNvPr descr="A close up of a logo&#10;&#10;Description automatically generated" id="470" name="Google Shape;470;p65"/>
                <p:cNvPicPr preferRelativeResize="0"/>
                <p:nvPr/>
              </p:nvPicPr>
              <p:blipFill rotWithShape="1">
                <a:blip r:embed="rId9">
                  <a:alphaModFix/>
                </a:blip>
                <a:srcRect b="0" l="0" r="0" t="0"/>
                <a:stretch/>
              </p:blipFill>
              <p:spPr>
                <a:xfrm>
                  <a:off x="5011123" y="1515303"/>
                  <a:ext cx="228600" cy="215900"/>
                </a:xfrm>
                <a:prstGeom prst="rect">
                  <a:avLst/>
                </a:prstGeom>
                <a:noFill/>
                <a:ln>
                  <a:noFill/>
                </a:ln>
              </p:spPr>
            </p:pic>
            <p:pic>
              <p:nvPicPr>
                <p:cNvPr descr="A close up of a logo&#10;&#10;Description automatically generated" id="471" name="Google Shape;471;p65"/>
                <p:cNvPicPr preferRelativeResize="0"/>
                <p:nvPr/>
              </p:nvPicPr>
              <p:blipFill rotWithShape="1">
                <a:blip r:embed="rId10">
                  <a:alphaModFix/>
                </a:blip>
                <a:srcRect b="0" l="0" r="0" t="0"/>
                <a:stretch/>
              </p:blipFill>
              <p:spPr>
                <a:xfrm>
                  <a:off x="5329680" y="1693472"/>
                  <a:ext cx="215900" cy="215900"/>
                </a:xfrm>
                <a:prstGeom prst="rect">
                  <a:avLst/>
                </a:prstGeom>
                <a:noFill/>
                <a:ln>
                  <a:noFill/>
                </a:ln>
              </p:spPr>
            </p:pic>
            <p:pic>
              <p:nvPicPr>
                <p:cNvPr descr="A close up of a logo&#10;&#10;Description automatically generated" id="472" name="Google Shape;472;p65"/>
                <p:cNvPicPr preferRelativeResize="0"/>
                <p:nvPr/>
              </p:nvPicPr>
              <p:blipFill rotWithShape="1">
                <a:blip r:embed="rId11">
                  <a:alphaModFix/>
                </a:blip>
                <a:srcRect b="0" l="0" r="0" t="0"/>
                <a:stretch/>
              </p:blipFill>
              <p:spPr>
                <a:xfrm>
                  <a:off x="5611918" y="1946825"/>
                  <a:ext cx="228600" cy="190500"/>
                </a:xfrm>
                <a:prstGeom prst="rect">
                  <a:avLst/>
                </a:prstGeom>
                <a:noFill/>
                <a:ln>
                  <a:noFill/>
                </a:ln>
              </p:spPr>
            </p:pic>
            <p:pic>
              <p:nvPicPr>
                <p:cNvPr descr="A close up of a logo&#10;&#10;Description automatically generated" id="473" name="Google Shape;473;p65"/>
                <p:cNvPicPr preferRelativeResize="0"/>
                <p:nvPr/>
              </p:nvPicPr>
              <p:blipFill rotWithShape="1">
                <a:blip r:embed="rId12">
                  <a:alphaModFix/>
                </a:blip>
                <a:srcRect b="0" l="0" r="0" t="0"/>
                <a:stretch/>
              </p:blipFill>
              <p:spPr>
                <a:xfrm>
                  <a:off x="3445513" y="2308614"/>
                  <a:ext cx="228600" cy="177800"/>
                </a:xfrm>
                <a:prstGeom prst="rect">
                  <a:avLst/>
                </a:prstGeom>
                <a:noFill/>
                <a:ln>
                  <a:noFill/>
                </a:ln>
              </p:spPr>
            </p:pic>
            <p:pic>
              <p:nvPicPr>
                <p:cNvPr descr="A close up of a logo&#10;&#10;Description automatically generated" id="474" name="Google Shape;474;p65"/>
                <p:cNvPicPr preferRelativeResize="0"/>
                <p:nvPr/>
              </p:nvPicPr>
              <p:blipFill rotWithShape="1">
                <a:blip r:embed="rId13">
                  <a:alphaModFix/>
                </a:blip>
                <a:srcRect b="0" l="0" r="0" t="0"/>
                <a:stretch/>
              </p:blipFill>
              <p:spPr>
                <a:xfrm>
                  <a:off x="5775081" y="2285837"/>
                  <a:ext cx="228600" cy="215900"/>
                </a:xfrm>
                <a:prstGeom prst="rect">
                  <a:avLst/>
                </a:prstGeom>
                <a:noFill/>
                <a:ln>
                  <a:noFill/>
                </a:ln>
              </p:spPr>
            </p:pic>
            <p:pic>
              <p:nvPicPr>
                <p:cNvPr id="475" name="Google Shape;475;p65"/>
                <p:cNvPicPr preferRelativeResize="0"/>
                <p:nvPr/>
              </p:nvPicPr>
              <p:blipFill rotWithShape="1">
                <a:blip r:embed="rId14">
                  <a:alphaModFix/>
                </a:blip>
                <a:srcRect b="0" l="0" r="0" t="0"/>
                <a:stretch/>
              </p:blipFill>
              <p:spPr>
                <a:xfrm>
                  <a:off x="5847253" y="2651082"/>
                  <a:ext cx="139700" cy="228600"/>
                </a:xfrm>
                <a:prstGeom prst="rect">
                  <a:avLst/>
                </a:prstGeom>
                <a:noFill/>
                <a:ln>
                  <a:noFill/>
                </a:ln>
              </p:spPr>
            </p:pic>
            <p:pic>
              <p:nvPicPr>
                <p:cNvPr descr="A close up of a logo&#10;&#10;Description automatically generated" id="476" name="Google Shape;476;p65"/>
                <p:cNvPicPr preferRelativeResize="0"/>
                <p:nvPr/>
              </p:nvPicPr>
              <p:blipFill rotWithShape="1">
                <a:blip r:embed="rId15">
                  <a:alphaModFix/>
                </a:blip>
                <a:srcRect b="0" l="0" r="0" t="0"/>
                <a:stretch/>
              </p:blipFill>
              <p:spPr>
                <a:xfrm>
                  <a:off x="3369360" y="2659081"/>
                  <a:ext cx="228600" cy="165100"/>
                </a:xfrm>
                <a:prstGeom prst="rect">
                  <a:avLst/>
                </a:prstGeom>
                <a:noFill/>
                <a:ln>
                  <a:noFill/>
                </a:ln>
              </p:spPr>
            </p:pic>
            <p:pic>
              <p:nvPicPr>
                <p:cNvPr descr="A close up of a logo&#10;&#10;Description automatically generated" id="477" name="Google Shape;477;p65"/>
                <p:cNvPicPr preferRelativeResize="0"/>
                <p:nvPr/>
              </p:nvPicPr>
              <p:blipFill rotWithShape="1">
                <a:blip r:embed="rId16">
                  <a:alphaModFix/>
                </a:blip>
                <a:srcRect b="0" l="0" r="0" t="0"/>
                <a:stretch/>
              </p:blipFill>
              <p:spPr>
                <a:xfrm>
                  <a:off x="5760181" y="3030163"/>
                  <a:ext cx="228600" cy="190500"/>
                </a:xfrm>
                <a:prstGeom prst="rect">
                  <a:avLst/>
                </a:prstGeom>
                <a:noFill/>
                <a:ln>
                  <a:noFill/>
                </a:ln>
              </p:spPr>
            </p:pic>
            <p:pic>
              <p:nvPicPr>
                <p:cNvPr descr="A close up of a logo&#10;&#10;Description automatically generated" id="478" name="Google Shape;478;p65"/>
                <p:cNvPicPr preferRelativeResize="0"/>
                <p:nvPr/>
              </p:nvPicPr>
              <p:blipFill rotWithShape="1">
                <a:blip r:embed="rId17">
                  <a:alphaModFix/>
                </a:blip>
                <a:srcRect b="0" l="0" r="0" t="0"/>
                <a:stretch/>
              </p:blipFill>
              <p:spPr>
                <a:xfrm>
                  <a:off x="3454574" y="2994871"/>
                  <a:ext cx="228600" cy="228600"/>
                </a:xfrm>
                <a:prstGeom prst="rect">
                  <a:avLst/>
                </a:prstGeom>
                <a:noFill/>
                <a:ln>
                  <a:noFill/>
                </a:ln>
              </p:spPr>
            </p:pic>
            <p:pic>
              <p:nvPicPr>
                <p:cNvPr descr="A close up of a logo&#10;&#10;Description automatically generated" id="479" name="Google Shape;479;p65"/>
                <p:cNvPicPr preferRelativeResize="0"/>
                <p:nvPr/>
              </p:nvPicPr>
              <p:blipFill rotWithShape="1">
                <a:blip r:embed="rId18">
                  <a:alphaModFix/>
                </a:blip>
                <a:srcRect b="0" l="0" r="0" t="0"/>
                <a:stretch/>
              </p:blipFill>
              <p:spPr>
                <a:xfrm>
                  <a:off x="3601537" y="3335608"/>
                  <a:ext cx="228600" cy="228600"/>
                </a:xfrm>
                <a:prstGeom prst="rect">
                  <a:avLst/>
                </a:prstGeom>
                <a:noFill/>
                <a:ln>
                  <a:noFill/>
                </a:ln>
              </p:spPr>
            </p:pic>
            <p:pic>
              <p:nvPicPr>
                <p:cNvPr descr="A close up of a logo&#10;&#10;Description automatically generated" id="480" name="Google Shape;480;p65"/>
                <p:cNvPicPr preferRelativeResize="0"/>
                <p:nvPr/>
              </p:nvPicPr>
              <p:blipFill rotWithShape="1">
                <a:blip r:embed="rId19">
                  <a:alphaModFix/>
                </a:blip>
                <a:srcRect b="0" l="0" r="0" t="0"/>
                <a:stretch/>
              </p:blipFill>
              <p:spPr>
                <a:xfrm>
                  <a:off x="5347080" y="3644153"/>
                  <a:ext cx="228600" cy="228600"/>
                </a:xfrm>
                <a:prstGeom prst="rect">
                  <a:avLst/>
                </a:prstGeom>
                <a:noFill/>
                <a:ln>
                  <a:noFill/>
                </a:ln>
              </p:spPr>
            </p:pic>
            <p:pic>
              <p:nvPicPr>
                <p:cNvPr descr="A close up of a logo&#10;&#10;Description automatically generated" id="481" name="Google Shape;481;p65"/>
                <p:cNvPicPr preferRelativeResize="0"/>
                <p:nvPr/>
              </p:nvPicPr>
              <p:blipFill rotWithShape="1">
                <a:blip r:embed="rId20">
                  <a:alphaModFix/>
                </a:blip>
                <a:srcRect b="0" l="0" r="0" t="0"/>
                <a:stretch/>
              </p:blipFill>
              <p:spPr>
                <a:xfrm>
                  <a:off x="3884945" y="3627476"/>
                  <a:ext cx="228600" cy="228600"/>
                </a:xfrm>
                <a:prstGeom prst="rect">
                  <a:avLst/>
                </a:prstGeom>
                <a:noFill/>
                <a:ln>
                  <a:noFill/>
                </a:ln>
              </p:spPr>
            </p:pic>
            <p:pic>
              <p:nvPicPr>
                <p:cNvPr descr="A close up of a logo&#10;&#10;Description automatically generated" id="482" name="Google Shape;482;p65"/>
                <p:cNvPicPr preferRelativeResize="0"/>
                <p:nvPr/>
              </p:nvPicPr>
              <p:blipFill rotWithShape="1">
                <a:blip r:embed="rId21">
                  <a:alphaModFix/>
                </a:blip>
                <a:srcRect b="0" l="0" r="0" t="0"/>
                <a:stretch/>
              </p:blipFill>
              <p:spPr>
                <a:xfrm>
                  <a:off x="5594311" y="3361009"/>
                  <a:ext cx="215900" cy="203200"/>
                </a:xfrm>
                <a:prstGeom prst="rect">
                  <a:avLst/>
                </a:prstGeom>
                <a:noFill/>
                <a:ln>
                  <a:noFill/>
                </a:ln>
              </p:spPr>
            </p:pic>
            <p:pic>
              <p:nvPicPr>
                <p:cNvPr descr="A close up of a logo&#10;&#10;Description automatically generated" id="483" name="Google Shape;483;p65"/>
                <p:cNvPicPr preferRelativeResize="0"/>
                <p:nvPr/>
              </p:nvPicPr>
              <p:blipFill rotWithShape="1">
                <a:blip r:embed="rId22">
                  <a:alphaModFix/>
                </a:blip>
                <a:srcRect b="0" l="0" r="0" t="0"/>
                <a:stretch/>
              </p:blipFill>
              <p:spPr>
                <a:xfrm>
                  <a:off x="4994300" y="3854927"/>
                  <a:ext cx="228600" cy="215900"/>
                </a:xfrm>
                <a:prstGeom prst="rect">
                  <a:avLst/>
                </a:prstGeom>
                <a:noFill/>
                <a:ln>
                  <a:noFill/>
                </a:ln>
              </p:spPr>
            </p:pic>
            <p:pic>
              <p:nvPicPr>
                <p:cNvPr id="484" name="Google Shape;484;p65"/>
                <p:cNvPicPr preferRelativeResize="0"/>
                <p:nvPr/>
              </p:nvPicPr>
              <p:blipFill rotWithShape="1">
                <a:blip r:embed="rId23">
                  <a:alphaModFix/>
                </a:blip>
                <a:srcRect b="0" l="0" r="0" t="0"/>
                <a:stretch/>
              </p:blipFill>
              <p:spPr>
                <a:xfrm>
                  <a:off x="4219414" y="3835287"/>
                  <a:ext cx="228600" cy="139700"/>
                </a:xfrm>
                <a:prstGeom prst="rect">
                  <a:avLst/>
                </a:prstGeom>
                <a:noFill/>
                <a:ln>
                  <a:noFill/>
                </a:ln>
              </p:spPr>
            </p:pic>
            <p:pic>
              <p:nvPicPr>
                <p:cNvPr descr="A close up of a logo&#10;&#10;Description automatically generated" id="485" name="Google Shape;485;p65"/>
                <p:cNvPicPr preferRelativeResize="0"/>
                <p:nvPr/>
              </p:nvPicPr>
              <p:blipFill rotWithShape="1">
                <a:blip r:embed="rId24">
                  <a:alphaModFix/>
                </a:blip>
                <a:srcRect b="0" l="0" r="0" t="0"/>
                <a:stretch/>
              </p:blipFill>
              <p:spPr>
                <a:xfrm>
                  <a:off x="4612311" y="3917536"/>
                  <a:ext cx="228600" cy="228600"/>
                </a:xfrm>
                <a:prstGeom prst="rect">
                  <a:avLst/>
                </a:prstGeom>
                <a:noFill/>
                <a:ln>
                  <a:noFill/>
                </a:ln>
              </p:spPr>
            </p:pic>
          </p:grpSp>
          <p:sp>
            <p:nvSpPr>
              <p:cNvPr id="486" name="Google Shape;486;p65"/>
              <p:cNvSpPr/>
              <p:nvPr/>
            </p:nvSpPr>
            <p:spPr>
              <a:xfrm>
                <a:off x="3647131" y="1644861"/>
                <a:ext cx="1826100" cy="18261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Verizon NHG TX"/>
                  <a:buNone/>
                </a:pPr>
                <a:r>
                  <a:t/>
                </a:r>
                <a:endParaRPr b="0" i="0" sz="1800" u="none" cap="none" strike="noStrike">
                  <a:solidFill>
                    <a:srgbClr val="FFFFFF"/>
                  </a:solidFill>
                  <a:latin typeface="Verizon NHG TX"/>
                  <a:ea typeface="Verizon NHG TX"/>
                  <a:cs typeface="Verizon NHG TX"/>
                  <a:sym typeface="Verizon NHG TX"/>
                </a:endParaRPr>
              </a:p>
            </p:txBody>
          </p:sp>
        </p:grpSp>
        <p:pic>
          <p:nvPicPr>
            <p:cNvPr id="487" name="Google Shape;487;p65"/>
            <p:cNvPicPr preferRelativeResize="0"/>
            <p:nvPr/>
          </p:nvPicPr>
          <p:blipFill rotWithShape="1">
            <a:blip r:embed="rId25">
              <a:alphaModFix/>
            </a:blip>
            <a:srcRect b="0" l="16064" r="16064" t="0"/>
            <a:stretch/>
          </p:blipFill>
          <p:spPr>
            <a:xfrm>
              <a:off x="7907513" y="-1163137"/>
              <a:ext cx="1710600" cy="1680300"/>
            </a:xfrm>
            <a:prstGeom prst="ellipse">
              <a:avLst/>
            </a:prstGeom>
            <a:noFill/>
            <a:ln>
              <a:noFill/>
            </a:ln>
          </p:spPr>
        </p:pic>
        <p:sp>
          <p:nvSpPr>
            <p:cNvPr id="488" name="Google Shape;488;p65"/>
            <p:cNvSpPr/>
            <p:nvPr/>
          </p:nvSpPr>
          <p:spPr>
            <a:xfrm>
              <a:off x="7943306" y="-677547"/>
              <a:ext cx="1646100" cy="488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200"/>
                </a:spcBef>
                <a:spcAft>
                  <a:spcPts val="0"/>
                </a:spcAft>
                <a:buClr>
                  <a:srgbClr val="000000"/>
                </a:buClr>
                <a:buSzPts val="1400"/>
                <a:buFont typeface="Verizon NHG TX"/>
                <a:buNone/>
              </a:pPr>
              <a:r>
                <a:rPr b="1" lang="en-US" sz="1100">
                  <a:latin typeface="Verizon NHG DS"/>
                  <a:ea typeface="Verizon NHG DS"/>
                  <a:cs typeface="Verizon NHG DS"/>
                  <a:sym typeface="Verizon NHG DS"/>
                </a:rPr>
                <a:t>Data Product</a:t>
              </a:r>
              <a:endParaRPr b="1" sz="1100">
                <a:latin typeface="Verizon NHG DS"/>
                <a:ea typeface="Verizon NHG DS"/>
                <a:cs typeface="Verizon NHG DS"/>
                <a:sym typeface="Verizon NHG D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p66"/>
          <p:cNvSpPr txBox="1"/>
          <p:nvPr>
            <p:ph idx="1" type="body"/>
          </p:nvPr>
        </p:nvSpPr>
        <p:spPr>
          <a:xfrm>
            <a:off x="609600" y="787400"/>
            <a:ext cx="10972800" cy="5324700"/>
          </a:xfrm>
          <a:prstGeom prst="rect">
            <a:avLst/>
          </a:prstGeom>
        </p:spPr>
        <p:txBody>
          <a:bodyPr anchorCtr="0" anchor="t" bIns="0" lIns="0" spcFirstLastPara="1" rIns="0" wrap="square" tIns="0">
            <a:noAutofit/>
          </a:bodyPr>
          <a:lstStyle/>
          <a:p>
            <a:pPr indent="0" lvl="0" marL="0" rtl="0" algn="l">
              <a:lnSpc>
                <a:spcPct val="115000"/>
              </a:lnSpc>
              <a:spcBef>
                <a:spcPts val="0"/>
              </a:spcBef>
              <a:spcAft>
                <a:spcPts val="0"/>
              </a:spcAft>
              <a:buNone/>
            </a:pPr>
            <a:r>
              <a:rPr lang="en-US" sz="1300">
                <a:solidFill>
                  <a:srgbClr val="222222"/>
                </a:solidFill>
                <a:highlight>
                  <a:srgbClr val="FFFFFF"/>
                </a:highlight>
                <a:latin typeface="Arial"/>
                <a:ea typeface="Arial"/>
                <a:cs typeface="Arial"/>
                <a:sym typeface="Arial"/>
              </a:rPr>
              <a:t>Customers and Consumers:</a:t>
            </a:r>
            <a:endParaRPr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Customer demographics - map and align different customer demographic categories, such as age, gender, income, and location. This involves standardizing the classification schemes and creating a unified taxonomy that encompasses all relevant attributes.</a:t>
            </a:r>
            <a:endParaRPr b="0"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Customer behavior - integrate and align various behavioral data sources, such as purchase history, website interactions, and customer engagement metrics. They can establish common event types, standardize metrics, and define consistent definitions for actions like "click," "view," or "purchase."</a:t>
            </a:r>
            <a:endParaRPr b="0" sz="1300">
              <a:solidFill>
                <a:srgbClr val="222222"/>
              </a:solidFill>
              <a:highlight>
                <a:srgbClr val="FFFFFF"/>
              </a:highlight>
              <a:latin typeface="Arial"/>
              <a:ea typeface="Arial"/>
              <a:cs typeface="Arial"/>
              <a:sym typeface="Arial"/>
            </a:endParaRPr>
          </a:p>
          <a:p>
            <a:pPr indent="0" lvl="0" marL="0" rtl="0" algn="l">
              <a:lnSpc>
                <a:spcPct val="115000"/>
              </a:lnSpc>
              <a:spcBef>
                <a:spcPts val="1000"/>
              </a:spcBef>
              <a:spcAft>
                <a:spcPts val="0"/>
              </a:spcAft>
              <a:buNone/>
            </a:pPr>
            <a:r>
              <a:rPr lang="en-US" sz="1300">
                <a:solidFill>
                  <a:srgbClr val="222222"/>
                </a:solidFill>
                <a:highlight>
                  <a:srgbClr val="FFFFFF"/>
                </a:highlight>
                <a:latin typeface="Arial"/>
                <a:ea typeface="Arial"/>
                <a:cs typeface="Arial"/>
                <a:sym typeface="Arial"/>
              </a:rPr>
              <a:t>Operations:</a:t>
            </a:r>
            <a:endParaRPr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Supply chain data - Mapping different product hierarchies, merging overlapping categories, and defining a consistent classification structure for efficient supply chain management.</a:t>
            </a:r>
            <a:endParaRPr b="0"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Resource management - Standardizing job roles, defining a common set of skills or qualifications, and establishing a consistent hierarchy for resource allocation and planning.</a:t>
            </a:r>
            <a:endParaRPr b="0" sz="1300">
              <a:solidFill>
                <a:srgbClr val="222222"/>
              </a:solidFill>
              <a:highlight>
                <a:srgbClr val="FFFFFF"/>
              </a:highlight>
              <a:latin typeface="Arial"/>
              <a:ea typeface="Arial"/>
              <a:cs typeface="Arial"/>
              <a:sym typeface="Arial"/>
            </a:endParaRPr>
          </a:p>
          <a:p>
            <a:pPr indent="0" lvl="0" marL="0" rtl="0" algn="l">
              <a:lnSpc>
                <a:spcPct val="115000"/>
              </a:lnSpc>
              <a:spcBef>
                <a:spcPts val="1000"/>
              </a:spcBef>
              <a:spcAft>
                <a:spcPts val="0"/>
              </a:spcAft>
              <a:buNone/>
            </a:pPr>
            <a:r>
              <a:rPr lang="en-US" sz="1300">
                <a:solidFill>
                  <a:srgbClr val="222222"/>
                </a:solidFill>
                <a:highlight>
                  <a:srgbClr val="FFFFFF"/>
                </a:highlight>
                <a:latin typeface="Arial"/>
                <a:ea typeface="Arial"/>
                <a:cs typeface="Arial"/>
                <a:sym typeface="Arial"/>
              </a:rPr>
              <a:t>Products and Services:</a:t>
            </a:r>
            <a:endParaRPr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Product specifications - Create a common set of product attributes, defining attribute value ranges, and mapping similar attributes from different sources to ensure consistency in product descriptions and comparisons.</a:t>
            </a:r>
            <a:endParaRPr b="0"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Service offerings - Mapping similar services, standardizing service levels, and establishing a unified structure for service packages and pricing.</a:t>
            </a:r>
            <a:endParaRPr b="0" sz="1300">
              <a:solidFill>
                <a:srgbClr val="222222"/>
              </a:solidFill>
              <a:highlight>
                <a:srgbClr val="FFFFFF"/>
              </a:highlight>
              <a:latin typeface="Arial"/>
              <a:ea typeface="Arial"/>
              <a:cs typeface="Arial"/>
              <a:sym typeface="Arial"/>
            </a:endParaRPr>
          </a:p>
          <a:p>
            <a:pPr indent="0" lvl="0" marL="0" rtl="0" algn="l">
              <a:lnSpc>
                <a:spcPct val="115000"/>
              </a:lnSpc>
              <a:spcBef>
                <a:spcPts val="1000"/>
              </a:spcBef>
              <a:spcAft>
                <a:spcPts val="0"/>
              </a:spcAft>
              <a:buNone/>
            </a:pPr>
            <a:r>
              <a:rPr lang="en-US" sz="1300">
                <a:solidFill>
                  <a:srgbClr val="222222"/>
                </a:solidFill>
                <a:highlight>
                  <a:srgbClr val="FFFFFF"/>
                </a:highlight>
                <a:latin typeface="Arial"/>
                <a:ea typeface="Arial"/>
                <a:cs typeface="Arial"/>
                <a:sym typeface="Arial"/>
              </a:rPr>
              <a:t>Financial Planning:</a:t>
            </a:r>
            <a:endParaRPr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Financial metrics - Defining consistent formulas, mapping similar metrics, and establishing a unified set of financial ratios for analysis and reporting.</a:t>
            </a:r>
            <a:endParaRPr b="0" sz="1300">
              <a:solidFill>
                <a:srgbClr val="222222"/>
              </a:solidFill>
              <a:highlight>
                <a:srgbClr val="FFFFFF"/>
              </a:highlight>
              <a:latin typeface="Arial"/>
              <a:ea typeface="Arial"/>
              <a:cs typeface="Arial"/>
              <a:sym typeface="Arial"/>
            </a:endParaRPr>
          </a:p>
          <a:p>
            <a:pPr indent="-311150" lvl="0" marL="596900" rtl="0" algn="l">
              <a:lnSpc>
                <a:spcPct val="115000"/>
              </a:lnSpc>
              <a:spcBef>
                <a:spcPts val="0"/>
              </a:spcBef>
              <a:spcAft>
                <a:spcPts val="0"/>
              </a:spcAft>
              <a:buClr>
                <a:srgbClr val="222222"/>
              </a:buClr>
              <a:buSzPts val="1300"/>
              <a:buFont typeface="Arial"/>
              <a:buChar char="●"/>
            </a:pPr>
            <a:r>
              <a:rPr b="0" lang="en-US" sz="1300">
                <a:solidFill>
                  <a:srgbClr val="222222"/>
                </a:solidFill>
                <a:highlight>
                  <a:srgbClr val="FFFFFF"/>
                </a:highlight>
                <a:latin typeface="Arial"/>
                <a:ea typeface="Arial"/>
                <a:cs typeface="Arial"/>
                <a:sym typeface="Arial"/>
              </a:rPr>
              <a:t>Cost classifications - Standardizing cost classification schemes, mapping similar cost items, and creating a unified hierarchy for cost analysis and budgeting.</a:t>
            </a:r>
            <a:endParaRPr b="0" sz="1300">
              <a:solidFill>
                <a:srgbClr val="222222"/>
              </a:solidFill>
              <a:highlight>
                <a:srgbClr val="FFFFFF"/>
              </a:highlight>
              <a:latin typeface="Arial"/>
              <a:ea typeface="Arial"/>
              <a:cs typeface="Arial"/>
              <a:sym typeface="Arial"/>
            </a:endParaRPr>
          </a:p>
        </p:txBody>
      </p:sp>
      <p:sp>
        <p:nvSpPr>
          <p:cNvPr id="494" name="Google Shape;494;p66"/>
          <p:cNvSpPr txBox="1"/>
          <p:nvPr>
            <p:ph type="title"/>
          </p:nvPr>
        </p:nvSpPr>
        <p:spPr>
          <a:xfrm>
            <a:off x="609600" y="178700"/>
            <a:ext cx="106035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Aligning Taxonomies using an </a:t>
            </a:r>
            <a:r>
              <a:rPr lang="en-US"/>
              <a:t>Upper Ontology for our Taxonomies</a:t>
            </a:r>
            <a:endParaRPr/>
          </a:p>
        </p:txBody>
      </p:sp>
      <p:grpSp>
        <p:nvGrpSpPr>
          <p:cNvPr id="495" name="Google Shape;495;p66"/>
          <p:cNvGrpSpPr/>
          <p:nvPr/>
        </p:nvGrpSpPr>
        <p:grpSpPr>
          <a:xfrm>
            <a:off x="10953311" y="41134"/>
            <a:ext cx="1158736" cy="1136936"/>
            <a:chOff x="7489467" y="-1590471"/>
            <a:chExt cx="2534974" cy="2534974"/>
          </a:xfrm>
        </p:grpSpPr>
        <p:grpSp>
          <p:nvGrpSpPr>
            <p:cNvPr id="496" name="Google Shape;496;p66"/>
            <p:cNvGrpSpPr/>
            <p:nvPr/>
          </p:nvGrpSpPr>
          <p:grpSpPr>
            <a:xfrm>
              <a:off x="7489467" y="-1590471"/>
              <a:ext cx="2534974" cy="2534974"/>
              <a:chOff x="3149667" y="1169466"/>
              <a:chExt cx="2786910" cy="2786910"/>
            </a:xfrm>
          </p:grpSpPr>
          <p:grpSp>
            <p:nvGrpSpPr>
              <p:cNvPr id="497" name="Google Shape;497;p66"/>
              <p:cNvGrpSpPr/>
              <p:nvPr/>
            </p:nvGrpSpPr>
            <p:grpSpPr>
              <a:xfrm>
                <a:off x="3149667" y="1169466"/>
                <a:ext cx="2786910" cy="2786910"/>
                <a:chOff x="3214970" y="1257341"/>
                <a:chExt cx="2997000" cy="2997000"/>
              </a:xfrm>
            </p:grpSpPr>
            <p:sp>
              <p:nvSpPr>
                <p:cNvPr id="498" name="Google Shape;498;p66"/>
                <p:cNvSpPr/>
                <p:nvPr/>
              </p:nvSpPr>
              <p:spPr>
                <a:xfrm>
                  <a:off x="3786971" y="1863419"/>
                  <a:ext cx="1646100" cy="1169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Verizon NHG TX"/>
                    <a:buNone/>
                  </a:pPr>
                  <a:r>
                    <a:rPr b="1" i="0" lang="en-US" sz="1400" u="none" cap="none" strike="noStrike">
                      <a:solidFill>
                        <a:srgbClr val="000000"/>
                      </a:solidFill>
                      <a:latin typeface="Verizon NHG TX"/>
                      <a:ea typeface="Verizon NHG TX"/>
                      <a:cs typeface="Verizon NHG TX"/>
                      <a:sym typeface="Verizon NHG TX"/>
                    </a:rPr>
                    <a:t> </a:t>
                  </a:r>
                  <a:endParaRPr b="1" i="0" sz="1400" u="none" cap="none" strike="noStrike">
                    <a:solidFill>
                      <a:srgbClr val="000000"/>
                    </a:solidFill>
                    <a:latin typeface="Verizon NHG TX"/>
                    <a:ea typeface="Verizon NHG TX"/>
                    <a:cs typeface="Verizon NHG TX"/>
                    <a:sym typeface="Verizon NHG TX"/>
                  </a:endParaRPr>
                </a:p>
              </p:txBody>
            </p:sp>
            <p:sp>
              <p:nvSpPr>
                <p:cNvPr id="499" name="Google Shape;499;p66"/>
                <p:cNvSpPr/>
                <p:nvPr/>
              </p:nvSpPr>
              <p:spPr>
                <a:xfrm>
                  <a:off x="3214970" y="1257341"/>
                  <a:ext cx="2997000" cy="2997000"/>
                </a:xfrm>
                <a:prstGeom prst="ellipse">
                  <a:avLst/>
                </a:prstGeom>
                <a:solidFill>
                  <a:srgbClr val="D52B1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Verizon NHG TX"/>
                    <a:buNone/>
                  </a:pPr>
                  <a:r>
                    <a:t/>
                  </a:r>
                  <a:endParaRPr b="0" i="0" sz="1800" u="none" cap="none" strike="noStrike">
                    <a:solidFill>
                      <a:srgbClr val="FFFFFF"/>
                    </a:solidFill>
                    <a:latin typeface="Verizon NHG TX"/>
                    <a:ea typeface="Verizon NHG TX"/>
                    <a:cs typeface="Verizon NHG TX"/>
                    <a:sym typeface="Verizon NHG TX"/>
                  </a:endParaRPr>
                </a:p>
              </p:txBody>
            </p:sp>
            <p:pic>
              <p:nvPicPr>
                <p:cNvPr descr="A close up of a logo&#10;&#10;Description automatically generated" id="500" name="Google Shape;500;p66"/>
                <p:cNvPicPr preferRelativeResize="0"/>
                <p:nvPr/>
              </p:nvPicPr>
              <p:blipFill rotWithShape="1">
                <a:blip r:embed="rId3">
                  <a:alphaModFix/>
                </a:blip>
                <a:srcRect b="0" l="0" r="0" t="0"/>
                <a:stretch/>
              </p:blipFill>
              <p:spPr>
                <a:xfrm>
                  <a:off x="4612310" y="1441224"/>
                  <a:ext cx="228600" cy="228600"/>
                </a:xfrm>
                <a:prstGeom prst="rect">
                  <a:avLst/>
                </a:prstGeom>
                <a:noFill/>
                <a:ln>
                  <a:noFill/>
                </a:ln>
              </p:spPr>
            </p:pic>
            <p:pic>
              <p:nvPicPr>
                <p:cNvPr descr="A close up of a logo&#10;&#10;Description automatically generated" id="501" name="Google Shape;501;p66"/>
                <p:cNvPicPr preferRelativeResize="0"/>
                <p:nvPr/>
              </p:nvPicPr>
              <p:blipFill rotWithShape="1">
                <a:blip r:embed="rId4">
                  <a:alphaModFix/>
                </a:blip>
                <a:srcRect b="0" l="0" r="0" t="0"/>
                <a:stretch/>
              </p:blipFill>
              <p:spPr>
                <a:xfrm>
                  <a:off x="4202783" y="1500958"/>
                  <a:ext cx="228600" cy="228600"/>
                </a:xfrm>
                <a:prstGeom prst="rect">
                  <a:avLst/>
                </a:prstGeom>
                <a:noFill/>
                <a:ln>
                  <a:noFill/>
                </a:ln>
              </p:spPr>
            </p:pic>
            <p:pic>
              <p:nvPicPr>
                <p:cNvPr descr="A close up of a logo&#10;&#10;Description automatically generated" id="502" name="Google Shape;502;p66"/>
                <p:cNvPicPr preferRelativeResize="0"/>
                <p:nvPr/>
              </p:nvPicPr>
              <p:blipFill rotWithShape="1">
                <a:blip r:embed="rId5">
                  <a:alphaModFix/>
                </a:blip>
                <a:srcRect b="0" l="0" r="0" t="0"/>
                <a:stretch/>
              </p:blipFill>
              <p:spPr>
                <a:xfrm>
                  <a:off x="3844537" y="1698917"/>
                  <a:ext cx="228600" cy="215900"/>
                </a:xfrm>
                <a:prstGeom prst="rect">
                  <a:avLst/>
                </a:prstGeom>
                <a:noFill/>
                <a:ln>
                  <a:noFill/>
                </a:ln>
              </p:spPr>
            </p:pic>
            <p:pic>
              <p:nvPicPr>
                <p:cNvPr descr="A close up of a logo&#10;&#10;Description automatically generated" id="503" name="Google Shape;503;p66"/>
                <p:cNvPicPr preferRelativeResize="0"/>
                <p:nvPr/>
              </p:nvPicPr>
              <p:blipFill rotWithShape="1">
                <a:blip r:embed="rId6">
                  <a:alphaModFix/>
                </a:blip>
                <a:srcRect b="0" l="0" r="0" t="0"/>
                <a:stretch/>
              </p:blipFill>
              <p:spPr>
                <a:xfrm>
                  <a:off x="3594325" y="1968347"/>
                  <a:ext cx="215900" cy="228600"/>
                </a:xfrm>
                <a:prstGeom prst="rect">
                  <a:avLst/>
                </a:prstGeom>
                <a:noFill/>
                <a:ln>
                  <a:noFill/>
                </a:ln>
              </p:spPr>
            </p:pic>
            <p:pic>
              <p:nvPicPr>
                <p:cNvPr descr="A close up of a logo&#10;&#10;Description automatically generated" id="504" name="Google Shape;504;p66"/>
                <p:cNvPicPr preferRelativeResize="0"/>
                <p:nvPr/>
              </p:nvPicPr>
              <p:blipFill rotWithShape="1">
                <a:blip r:embed="rId7">
                  <a:alphaModFix/>
                </a:blip>
                <a:srcRect b="0" l="0" r="0" t="0"/>
                <a:stretch/>
              </p:blipFill>
              <p:spPr>
                <a:xfrm>
                  <a:off x="5011123" y="1515303"/>
                  <a:ext cx="228600" cy="215900"/>
                </a:xfrm>
                <a:prstGeom prst="rect">
                  <a:avLst/>
                </a:prstGeom>
                <a:noFill/>
                <a:ln>
                  <a:noFill/>
                </a:ln>
              </p:spPr>
            </p:pic>
            <p:pic>
              <p:nvPicPr>
                <p:cNvPr descr="A close up of a logo&#10;&#10;Description automatically generated" id="505" name="Google Shape;505;p66"/>
                <p:cNvPicPr preferRelativeResize="0"/>
                <p:nvPr/>
              </p:nvPicPr>
              <p:blipFill rotWithShape="1">
                <a:blip r:embed="rId8">
                  <a:alphaModFix/>
                </a:blip>
                <a:srcRect b="0" l="0" r="0" t="0"/>
                <a:stretch/>
              </p:blipFill>
              <p:spPr>
                <a:xfrm>
                  <a:off x="5329680" y="1693472"/>
                  <a:ext cx="215900" cy="215900"/>
                </a:xfrm>
                <a:prstGeom prst="rect">
                  <a:avLst/>
                </a:prstGeom>
                <a:noFill/>
                <a:ln>
                  <a:noFill/>
                </a:ln>
              </p:spPr>
            </p:pic>
            <p:pic>
              <p:nvPicPr>
                <p:cNvPr descr="A close up of a logo&#10;&#10;Description automatically generated" id="506" name="Google Shape;506;p66"/>
                <p:cNvPicPr preferRelativeResize="0"/>
                <p:nvPr/>
              </p:nvPicPr>
              <p:blipFill rotWithShape="1">
                <a:blip r:embed="rId9">
                  <a:alphaModFix/>
                </a:blip>
                <a:srcRect b="0" l="0" r="0" t="0"/>
                <a:stretch/>
              </p:blipFill>
              <p:spPr>
                <a:xfrm>
                  <a:off x="5611918" y="1946825"/>
                  <a:ext cx="228600" cy="190500"/>
                </a:xfrm>
                <a:prstGeom prst="rect">
                  <a:avLst/>
                </a:prstGeom>
                <a:noFill/>
                <a:ln>
                  <a:noFill/>
                </a:ln>
              </p:spPr>
            </p:pic>
            <p:pic>
              <p:nvPicPr>
                <p:cNvPr descr="A close up of a logo&#10;&#10;Description automatically generated" id="507" name="Google Shape;507;p66"/>
                <p:cNvPicPr preferRelativeResize="0"/>
                <p:nvPr/>
              </p:nvPicPr>
              <p:blipFill rotWithShape="1">
                <a:blip r:embed="rId10">
                  <a:alphaModFix/>
                </a:blip>
                <a:srcRect b="0" l="0" r="0" t="0"/>
                <a:stretch/>
              </p:blipFill>
              <p:spPr>
                <a:xfrm>
                  <a:off x="3445513" y="2308614"/>
                  <a:ext cx="228600" cy="177800"/>
                </a:xfrm>
                <a:prstGeom prst="rect">
                  <a:avLst/>
                </a:prstGeom>
                <a:noFill/>
                <a:ln>
                  <a:noFill/>
                </a:ln>
              </p:spPr>
            </p:pic>
            <p:pic>
              <p:nvPicPr>
                <p:cNvPr descr="A close up of a logo&#10;&#10;Description automatically generated" id="508" name="Google Shape;508;p66"/>
                <p:cNvPicPr preferRelativeResize="0"/>
                <p:nvPr/>
              </p:nvPicPr>
              <p:blipFill rotWithShape="1">
                <a:blip r:embed="rId11">
                  <a:alphaModFix/>
                </a:blip>
                <a:srcRect b="0" l="0" r="0" t="0"/>
                <a:stretch/>
              </p:blipFill>
              <p:spPr>
                <a:xfrm>
                  <a:off x="5775081" y="2285837"/>
                  <a:ext cx="228600" cy="215900"/>
                </a:xfrm>
                <a:prstGeom prst="rect">
                  <a:avLst/>
                </a:prstGeom>
                <a:noFill/>
                <a:ln>
                  <a:noFill/>
                </a:ln>
              </p:spPr>
            </p:pic>
            <p:pic>
              <p:nvPicPr>
                <p:cNvPr id="509" name="Google Shape;509;p66"/>
                <p:cNvPicPr preferRelativeResize="0"/>
                <p:nvPr/>
              </p:nvPicPr>
              <p:blipFill rotWithShape="1">
                <a:blip r:embed="rId12">
                  <a:alphaModFix/>
                </a:blip>
                <a:srcRect b="0" l="0" r="0" t="0"/>
                <a:stretch/>
              </p:blipFill>
              <p:spPr>
                <a:xfrm>
                  <a:off x="5847253" y="2651082"/>
                  <a:ext cx="139700" cy="228600"/>
                </a:xfrm>
                <a:prstGeom prst="rect">
                  <a:avLst/>
                </a:prstGeom>
                <a:noFill/>
                <a:ln>
                  <a:noFill/>
                </a:ln>
              </p:spPr>
            </p:pic>
            <p:pic>
              <p:nvPicPr>
                <p:cNvPr descr="A close up of a logo&#10;&#10;Description automatically generated" id="510" name="Google Shape;510;p66"/>
                <p:cNvPicPr preferRelativeResize="0"/>
                <p:nvPr/>
              </p:nvPicPr>
              <p:blipFill rotWithShape="1">
                <a:blip r:embed="rId13">
                  <a:alphaModFix/>
                </a:blip>
                <a:srcRect b="0" l="0" r="0" t="0"/>
                <a:stretch/>
              </p:blipFill>
              <p:spPr>
                <a:xfrm>
                  <a:off x="3369360" y="2659081"/>
                  <a:ext cx="228600" cy="165100"/>
                </a:xfrm>
                <a:prstGeom prst="rect">
                  <a:avLst/>
                </a:prstGeom>
                <a:noFill/>
                <a:ln>
                  <a:noFill/>
                </a:ln>
              </p:spPr>
            </p:pic>
            <p:pic>
              <p:nvPicPr>
                <p:cNvPr descr="A close up of a logo&#10;&#10;Description automatically generated" id="511" name="Google Shape;511;p66"/>
                <p:cNvPicPr preferRelativeResize="0"/>
                <p:nvPr/>
              </p:nvPicPr>
              <p:blipFill rotWithShape="1">
                <a:blip r:embed="rId14">
                  <a:alphaModFix/>
                </a:blip>
                <a:srcRect b="0" l="0" r="0" t="0"/>
                <a:stretch/>
              </p:blipFill>
              <p:spPr>
                <a:xfrm>
                  <a:off x="5760181" y="3030163"/>
                  <a:ext cx="228600" cy="190500"/>
                </a:xfrm>
                <a:prstGeom prst="rect">
                  <a:avLst/>
                </a:prstGeom>
                <a:noFill/>
                <a:ln>
                  <a:noFill/>
                </a:ln>
              </p:spPr>
            </p:pic>
            <p:pic>
              <p:nvPicPr>
                <p:cNvPr descr="A close up of a logo&#10;&#10;Description automatically generated" id="512" name="Google Shape;512;p66"/>
                <p:cNvPicPr preferRelativeResize="0"/>
                <p:nvPr/>
              </p:nvPicPr>
              <p:blipFill rotWithShape="1">
                <a:blip r:embed="rId15">
                  <a:alphaModFix/>
                </a:blip>
                <a:srcRect b="0" l="0" r="0" t="0"/>
                <a:stretch/>
              </p:blipFill>
              <p:spPr>
                <a:xfrm>
                  <a:off x="3454574" y="2994871"/>
                  <a:ext cx="228600" cy="228600"/>
                </a:xfrm>
                <a:prstGeom prst="rect">
                  <a:avLst/>
                </a:prstGeom>
                <a:noFill/>
                <a:ln>
                  <a:noFill/>
                </a:ln>
              </p:spPr>
            </p:pic>
            <p:pic>
              <p:nvPicPr>
                <p:cNvPr descr="A close up of a logo&#10;&#10;Description automatically generated" id="513" name="Google Shape;513;p66"/>
                <p:cNvPicPr preferRelativeResize="0"/>
                <p:nvPr/>
              </p:nvPicPr>
              <p:blipFill rotWithShape="1">
                <a:blip r:embed="rId16">
                  <a:alphaModFix/>
                </a:blip>
                <a:srcRect b="0" l="0" r="0" t="0"/>
                <a:stretch/>
              </p:blipFill>
              <p:spPr>
                <a:xfrm>
                  <a:off x="3601537" y="3335608"/>
                  <a:ext cx="228600" cy="228600"/>
                </a:xfrm>
                <a:prstGeom prst="rect">
                  <a:avLst/>
                </a:prstGeom>
                <a:noFill/>
                <a:ln>
                  <a:noFill/>
                </a:ln>
              </p:spPr>
            </p:pic>
            <p:pic>
              <p:nvPicPr>
                <p:cNvPr descr="A close up of a logo&#10;&#10;Description automatically generated" id="514" name="Google Shape;514;p66"/>
                <p:cNvPicPr preferRelativeResize="0"/>
                <p:nvPr/>
              </p:nvPicPr>
              <p:blipFill rotWithShape="1">
                <a:blip r:embed="rId17">
                  <a:alphaModFix/>
                </a:blip>
                <a:srcRect b="0" l="0" r="0" t="0"/>
                <a:stretch/>
              </p:blipFill>
              <p:spPr>
                <a:xfrm>
                  <a:off x="5347080" y="3644153"/>
                  <a:ext cx="228600" cy="228600"/>
                </a:xfrm>
                <a:prstGeom prst="rect">
                  <a:avLst/>
                </a:prstGeom>
                <a:noFill/>
                <a:ln>
                  <a:noFill/>
                </a:ln>
              </p:spPr>
            </p:pic>
            <p:pic>
              <p:nvPicPr>
                <p:cNvPr descr="A close up of a logo&#10;&#10;Description automatically generated" id="515" name="Google Shape;515;p66"/>
                <p:cNvPicPr preferRelativeResize="0"/>
                <p:nvPr/>
              </p:nvPicPr>
              <p:blipFill rotWithShape="1">
                <a:blip r:embed="rId18">
                  <a:alphaModFix/>
                </a:blip>
                <a:srcRect b="0" l="0" r="0" t="0"/>
                <a:stretch/>
              </p:blipFill>
              <p:spPr>
                <a:xfrm>
                  <a:off x="3884945" y="3627476"/>
                  <a:ext cx="228600" cy="228600"/>
                </a:xfrm>
                <a:prstGeom prst="rect">
                  <a:avLst/>
                </a:prstGeom>
                <a:noFill/>
                <a:ln>
                  <a:noFill/>
                </a:ln>
              </p:spPr>
            </p:pic>
            <p:pic>
              <p:nvPicPr>
                <p:cNvPr descr="A close up of a logo&#10;&#10;Description automatically generated" id="516" name="Google Shape;516;p66"/>
                <p:cNvPicPr preferRelativeResize="0"/>
                <p:nvPr/>
              </p:nvPicPr>
              <p:blipFill rotWithShape="1">
                <a:blip r:embed="rId19">
                  <a:alphaModFix/>
                </a:blip>
                <a:srcRect b="0" l="0" r="0" t="0"/>
                <a:stretch/>
              </p:blipFill>
              <p:spPr>
                <a:xfrm>
                  <a:off x="5594311" y="3361009"/>
                  <a:ext cx="215900" cy="203200"/>
                </a:xfrm>
                <a:prstGeom prst="rect">
                  <a:avLst/>
                </a:prstGeom>
                <a:noFill/>
                <a:ln>
                  <a:noFill/>
                </a:ln>
              </p:spPr>
            </p:pic>
            <p:pic>
              <p:nvPicPr>
                <p:cNvPr descr="A close up of a logo&#10;&#10;Description automatically generated" id="517" name="Google Shape;517;p66"/>
                <p:cNvPicPr preferRelativeResize="0"/>
                <p:nvPr/>
              </p:nvPicPr>
              <p:blipFill rotWithShape="1">
                <a:blip r:embed="rId20">
                  <a:alphaModFix/>
                </a:blip>
                <a:srcRect b="0" l="0" r="0" t="0"/>
                <a:stretch/>
              </p:blipFill>
              <p:spPr>
                <a:xfrm>
                  <a:off x="4994300" y="3854927"/>
                  <a:ext cx="228600" cy="215900"/>
                </a:xfrm>
                <a:prstGeom prst="rect">
                  <a:avLst/>
                </a:prstGeom>
                <a:noFill/>
                <a:ln>
                  <a:noFill/>
                </a:ln>
              </p:spPr>
            </p:pic>
            <p:pic>
              <p:nvPicPr>
                <p:cNvPr id="518" name="Google Shape;518;p66"/>
                <p:cNvPicPr preferRelativeResize="0"/>
                <p:nvPr/>
              </p:nvPicPr>
              <p:blipFill rotWithShape="1">
                <a:blip r:embed="rId21">
                  <a:alphaModFix/>
                </a:blip>
                <a:srcRect b="0" l="0" r="0" t="0"/>
                <a:stretch/>
              </p:blipFill>
              <p:spPr>
                <a:xfrm>
                  <a:off x="4219414" y="3835287"/>
                  <a:ext cx="228600" cy="139700"/>
                </a:xfrm>
                <a:prstGeom prst="rect">
                  <a:avLst/>
                </a:prstGeom>
                <a:noFill/>
                <a:ln>
                  <a:noFill/>
                </a:ln>
              </p:spPr>
            </p:pic>
            <p:pic>
              <p:nvPicPr>
                <p:cNvPr descr="A close up of a logo&#10;&#10;Description automatically generated" id="519" name="Google Shape;519;p66"/>
                <p:cNvPicPr preferRelativeResize="0"/>
                <p:nvPr/>
              </p:nvPicPr>
              <p:blipFill rotWithShape="1">
                <a:blip r:embed="rId22">
                  <a:alphaModFix/>
                </a:blip>
                <a:srcRect b="0" l="0" r="0" t="0"/>
                <a:stretch/>
              </p:blipFill>
              <p:spPr>
                <a:xfrm>
                  <a:off x="4612311" y="3917536"/>
                  <a:ext cx="228600" cy="228600"/>
                </a:xfrm>
                <a:prstGeom prst="rect">
                  <a:avLst/>
                </a:prstGeom>
                <a:noFill/>
                <a:ln>
                  <a:noFill/>
                </a:ln>
              </p:spPr>
            </p:pic>
          </p:grpSp>
          <p:sp>
            <p:nvSpPr>
              <p:cNvPr id="520" name="Google Shape;520;p66"/>
              <p:cNvSpPr/>
              <p:nvPr/>
            </p:nvSpPr>
            <p:spPr>
              <a:xfrm>
                <a:off x="3647131" y="1644861"/>
                <a:ext cx="1826100" cy="1826100"/>
              </a:xfrm>
              <a:prstGeom prst="ellipse">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800"/>
                  <a:buFont typeface="Verizon NHG TX"/>
                  <a:buNone/>
                </a:pPr>
                <a:r>
                  <a:t/>
                </a:r>
                <a:endParaRPr b="0" i="0" sz="1800" u="none" cap="none" strike="noStrike">
                  <a:solidFill>
                    <a:srgbClr val="FFFFFF"/>
                  </a:solidFill>
                  <a:latin typeface="Verizon NHG TX"/>
                  <a:ea typeface="Verizon NHG TX"/>
                  <a:cs typeface="Verizon NHG TX"/>
                  <a:sym typeface="Verizon NHG TX"/>
                </a:endParaRPr>
              </a:p>
            </p:txBody>
          </p:sp>
        </p:grpSp>
        <p:pic>
          <p:nvPicPr>
            <p:cNvPr id="521" name="Google Shape;521;p66"/>
            <p:cNvPicPr preferRelativeResize="0"/>
            <p:nvPr/>
          </p:nvPicPr>
          <p:blipFill rotWithShape="1">
            <a:blip r:embed="rId23">
              <a:alphaModFix/>
            </a:blip>
            <a:srcRect b="0" l="16064" r="16064" t="0"/>
            <a:stretch/>
          </p:blipFill>
          <p:spPr>
            <a:xfrm>
              <a:off x="7907513" y="-1163137"/>
              <a:ext cx="1710600" cy="1680300"/>
            </a:xfrm>
            <a:prstGeom prst="ellipse">
              <a:avLst/>
            </a:prstGeom>
            <a:noFill/>
            <a:ln>
              <a:noFill/>
            </a:ln>
          </p:spPr>
        </p:pic>
        <p:sp>
          <p:nvSpPr>
            <p:cNvPr id="522" name="Google Shape;522;p66"/>
            <p:cNvSpPr/>
            <p:nvPr/>
          </p:nvSpPr>
          <p:spPr>
            <a:xfrm>
              <a:off x="7943306" y="-677547"/>
              <a:ext cx="1646100" cy="488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200"/>
                </a:spcBef>
                <a:spcAft>
                  <a:spcPts val="0"/>
                </a:spcAft>
                <a:buClr>
                  <a:srgbClr val="000000"/>
                </a:buClr>
                <a:buSzPts val="1400"/>
                <a:buFont typeface="Verizon NHG TX"/>
                <a:buNone/>
              </a:pPr>
              <a:r>
                <a:rPr b="1" lang="en-US" sz="1100">
                  <a:latin typeface="Verizon NHG DS"/>
                  <a:ea typeface="Verizon NHG DS"/>
                  <a:cs typeface="Verizon NHG DS"/>
                  <a:sym typeface="Verizon NHG DS"/>
                </a:rPr>
                <a:t>Data Product</a:t>
              </a:r>
              <a:endParaRPr b="1" sz="1100">
                <a:latin typeface="Verizon NHG DS"/>
                <a:ea typeface="Verizon NHG DS"/>
                <a:cs typeface="Verizon NHG DS"/>
                <a:sym typeface="Verizon NHG DS"/>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67"/>
          <p:cNvSpPr txBox="1"/>
          <p:nvPr>
            <p:ph idx="1" type="body"/>
          </p:nvPr>
        </p:nvSpPr>
        <p:spPr>
          <a:xfrm>
            <a:off x="609600" y="838850"/>
            <a:ext cx="6245100" cy="5273100"/>
          </a:xfrm>
          <a:prstGeom prst="rect">
            <a:avLst/>
          </a:prstGeom>
        </p:spPr>
        <p:txBody>
          <a:bodyPr anchorCtr="0" anchor="t" bIns="0" lIns="0" spcFirstLastPara="1" rIns="0" wrap="square" tIns="0">
            <a:normAutofit/>
          </a:bodyPr>
          <a:lstStyle/>
          <a:p>
            <a:pPr indent="-317500" lvl="0" marL="457200" rtl="0" algn="l">
              <a:lnSpc>
                <a:spcPct val="115000"/>
              </a:lnSpc>
              <a:spcBef>
                <a:spcPts val="0"/>
              </a:spcBef>
              <a:spcAft>
                <a:spcPts val="0"/>
              </a:spcAft>
              <a:buClr>
                <a:srgbClr val="222222"/>
              </a:buClr>
              <a:buSzPts val="1400"/>
              <a:buFont typeface="Arial"/>
              <a:buChar char="●"/>
            </a:pPr>
            <a:r>
              <a:rPr b="0" lang="en-US" sz="1400">
                <a:solidFill>
                  <a:srgbClr val="222222"/>
                </a:solidFill>
                <a:highlight>
                  <a:srgbClr val="FFFFFF"/>
                </a:highlight>
                <a:latin typeface="Arial"/>
                <a:ea typeface="Arial"/>
                <a:cs typeface="Arial"/>
                <a:sym typeface="Arial"/>
              </a:rPr>
              <a:t>There are already companies using the Basic Formal Ontology (BFO) to guide the design and development of their digital twins. BFO provides a framework for defining the foundational concepts and relationships that are used to represent entities and processes in a given domain, which is essential for building accurate and effective digital twins.</a:t>
            </a:r>
            <a:endParaRPr b="0" sz="1400">
              <a:solidFill>
                <a:srgbClr val="222222"/>
              </a:solidFill>
              <a:highlight>
                <a:srgbClr val="FFFFFF"/>
              </a:highlight>
              <a:latin typeface="Arial"/>
              <a:ea typeface="Arial"/>
              <a:cs typeface="Arial"/>
              <a:sym typeface="Arial"/>
            </a:endParaRPr>
          </a:p>
          <a:p>
            <a:pPr indent="-317500" lvl="0" marL="457200" rtl="0" algn="l">
              <a:lnSpc>
                <a:spcPct val="115000"/>
              </a:lnSpc>
              <a:spcBef>
                <a:spcPts val="1000"/>
              </a:spcBef>
              <a:spcAft>
                <a:spcPts val="0"/>
              </a:spcAft>
              <a:buClr>
                <a:srgbClr val="222222"/>
              </a:buClr>
              <a:buSzPts val="1400"/>
              <a:buFont typeface="Arial"/>
              <a:buChar char="●"/>
            </a:pPr>
            <a:r>
              <a:rPr lang="en-US" sz="1400">
                <a:solidFill>
                  <a:srgbClr val="222222"/>
                </a:solidFill>
                <a:highlight>
                  <a:srgbClr val="FFFFFF"/>
                </a:highlight>
                <a:latin typeface="Arial"/>
                <a:ea typeface="Arial"/>
                <a:cs typeface="Arial"/>
                <a:sym typeface="Arial"/>
              </a:rPr>
              <a:t>GE Digital</a:t>
            </a:r>
            <a:r>
              <a:rPr b="0" lang="en-US" sz="1400">
                <a:solidFill>
                  <a:srgbClr val="222222"/>
                </a:solidFill>
                <a:highlight>
                  <a:srgbClr val="FFFFFF"/>
                </a:highlight>
                <a:latin typeface="Arial"/>
                <a:ea typeface="Arial"/>
                <a:cs typeface="Arial"/>
                <a:sym typeface="Arial"/>
              </a:rPr>
              <a:t> has developed a software platform called Predix, which is used to create digital twins for industrial equipment. BFO is used as the foundational ontology for Predix, providing a common framework for defining and classifying entities and relationships within the industrial equipment domain.</a:t>
            </a:r>
            <a:endParaRPr b="0" sz="1400">
              <a:solidFill>
                <a:srgbClr val="222222"/>
              </a:solidFill>
              <a:highlight>
                <a:srgbClr val="FFFFFF"/>
              </a:highlight>
              <a:latin typeface="Arial"/>
              <a:ea typeface="Arial"/>
              <a:cs typeface="Arial"/>
              <a:sym typeface="Arial"/>
            </a:endParaRPr>
          </a:p>
          <a:p>
            <a:pPr indent="-317500" lvl="0" marL="457200" rtl="0" algn="l">
              <a:lnSpc>
                <a:spcPct val="115000"/>
              </a:lnSpc>
              <a:spcBef>
                <a:spcPts val="1000"/>
              </a:spcBef>
              <a:spcAft>
                <a:spcPts val="0"/>
              </a:spcAft>
              <a:buClr>
                <a:srgbClr val="222222"/>
              </a:buClr>
              <a:buSzPts val="1400"/>
              <a:buFont typeface="Arial"/>
              <a:buChar char="●"/>
            </a:pPr>
            <a:r>
              <a:rPr lang="en-US" sz="1400">
                <a:solidFill>
                  <a:srgbClr val="222222"/>
                </a:solidFill>
                <a:highlight>
                  <a:srgbClr val="FFFFFF"/>
                </a:highlight>
                <a:latin typeface="Arial"/>
                <a:ea typeface="Arial"/>
                <a:cs typeface="Arial"/>
                <a:sym typeface="Arial"/>
              </a:rPr>
              <a:t>Siemens Digital Industries Software</a:t>
            </a:r>
            <a:r>
              <a:rPr b="0" lang="en-US" sz="1400">
                <a:solidFill>
                  <a:srgbClr val="222222"/>
                </a:solidFill>
                <a:highlight>
                  <a:srgbClr val="FFFFFF"/>
                </a:highlight>
                <a:latin typeface="Arial"/>
                <a:ea typeface="Arial"/>
                <a:cs typeface="Arial"/>
                <a:sym typeface="Arial"/>
              </a:rPr>
              <a:t>, which offers a suite of software tools for creating and managing digital twins across various industries. Siemens uses BFO as a foundation for their ontology development, which allows for the integration of different domain-specific ontologies and taxonomies.</a:t>
            </a:r>
            <a:endParaRPr b="0" sz="1400">
              <a:solidFill>
                <a:srgbClr val="222222"/>
              </a:solidFill>
              <a:highlight>
                <a:srgbClr val="FFFFFF"/>
              </a:highlight>
              <a:latin typeface="Arial"/>
              <a:ea typeface="Arial"/>
              <a:cs typeface="Arial"/>
              <a:sym typeface="Arial"/>
            </a:endParaRPr>
          </a:p>
          <a:p>
            <a:pPr indent="-317500" lvl="0" marL="457200" rtl="0" algn="l">
              <a:lnSpc>
                <a:spcPct val="115000"/>
              </a:lnSpc>
              <a:spcBef>
                <a:spcPts val="1000"/>
              </a:spcBef>
              <a:spcAft>
                <a:spcPts val="1000"/>
              </a:spcAft>
              <a:buClr>
                <a:srgbClr val="222222"/>
              </a:buClr>
              <a:buSzPts val="1400"/>
              <a:buFont typeface="Arial"/>
              <a:buChar char="●"/>
            </a:pPr>
            <a:r>
              <a:rPr b="0" lang="en-US" sz="1400">
                <a:solidFill>
                  <a:srgbClr val="222222"/>
                </a:solidFill>
                <a:highlight>
                  <a:srgbClr val="FFFFFF"/>
                </a:highlight>
                <a:latin typeface="Arial"/>
                <a:ea typeface="Arial"/>
                <a:cs typeface="Arial"/>
                <a:sym typeface="Arial"/>
              </a:rPr>
              <a:t>EU-funded project </a:t>
            </a:r>
            <a:r>
              <a:rPr lang="en-US" sz="1400">
                <a:solidFill>
                  <a:srgbClr val="222222"/>
                </a:solidFill>
                <a:highlight>
                  <a:srgbClr val="FFFFFF"/>
                </a:highlight>
                <a:latin typeface="Arial"/>
                <a:ea typeface="Arial"/>
                <a:cs typeface="Arial"/>
                <a:sym typeface="Arial"/>
              </a:rPr>
              <a:t>DigiTwin and the US National Institute of Standards </a:t>
            </a:r>
            <a:r>
              <a:rPr lang="en-US" sz="1400">
                <a:solidFill>
                  <a:srgbClr val="222222"/>
                </a:solidFill>
                <a:highlight>
                  <a:srgbClr val="FFFFFF"/>
                </a:highlight>
                <a:latin typeface="Arial"/>
                <a:ea typeface="Arial"/>
                <a:cs typeface="Arial"/>
                <a:sym typeface="Arial"/>
              </a:rPr>
              <a:t>and </a:t>
            </a:r>
            <a:r>
              <a:rPr lang="en-US" sz="1400">
                <a:solidFill>
                  <a:srgbClr val="222222"/>
                </a:solidFill>
                <a:highlight>
                  <a:srgbClr val="FFFFFF"/>
                </a:highlight>
                <a:latin typeface="Arial"/>
                <a:ea typeface="Arial"/>
                <a:cs typeface="Arial"/>
                <a:sym typeface="Arial"/>
              </a:rPr>
              <a:t>Technology's (NIST)</a:t>
            </a:r>
            <a:r>
              <a:rPr b="0" lang="en-US" sz="1400">
                <a:solidFill>
                  <a:srgbClr val="222222"/>
                </a:solidFill>
                <a:highlight>
                  <a:srgbClr val="FFFFFF"/>
                </a:highlight>
                <a:latin typeface="Arial"/>
                <a:ea typeface="Arial"/>
                <a:cs typeface="Arial"/>
                <a:sym typeface="Arial"/>
              </a:rPr>
              <a:t> Digital Thread for Smart Manufacturing Initiative are using BFO to guide the development of digital twins for manufacturing and other industries.</a:t>
            </a:r>
            <a:endParaRPr b="0" sz="1400">
              <a:solidFill>
                <a:srgbClr val="222222"/>
              </a:solidFill>
              <a:highlight>
                <a:srgbClr val="FFFFFF"/>
              </a:highlight>
              <a:latin typeface="Arial"/>
              <a:ea typeface="Arial"/>
              <a:cs typeface="Arial"/>
              <a:sym typeface="Arial"/>
            </a:endParaRPr>
          </a:p>
        </p:txBody>
      </p:sp>
      <p:sp>
        <p:nvSpPr>
          <p:cNvPr id="528" name="Google Shape;528;p67"/>
          <p:cNvSpPr txBox="1"/>
          <p:nvPr>
            <p:ph type="title"/>
          </p:nvPr>
        </p:nvSpPr>
        <p:spPr>
          <a:xfrm>
            <a:off x="609600" y="178700"/>
            <a:ext cx="95187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Can BFO help us with Design &amp; Development of our Digital Twins?</a:t>
            </a:r>
            <a:endParaRPr/>
          </a:p>
        </p:txBody>
      </p:sp>
      <p:pic>
        <p:nvPicPr>
          <p:cNvPr id="529" name="Google Shape;529;p67"/>
          <p:cNvPicPr preferRelativeResize="0"/>
          <p:nvPr/>
        </p:nvPicPr>
        <p:blipFill rotWithShape="1">
          <a:blip r:embed="rId3">
            <a:alphaModFix/>
          </a:blip>
          <a:srcRect b="0" l="0" r="0" t="0"/>
          <a:stretch/>
        </p:blipFill>
        <p:spPr>
          <a:xfrm>
            <a:off x="7366277" y="1108550"/>
            <a:ext cx="4337650" cy="2262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p68"/>
          <p:cNvSpPr txBox="1"/>
          <p:nvPr>
            <p:ph idx="1" type="body"/>
          </p:nvPr>
        </p:nvSpPr>
        <p:spPr>
          <a:xfrm>
            <a:off x="609600" y="838850"/>
            <a:ext cx="11164800" cy="5208000"/>
          </a:xfrm>
          <a:prstGeom prst="rect">
            <a:avLst/>
          </a:prstGeom>
        </p:spPr>
        <p:txBody>
          <a:bodyPr anchorCtr="0" anchor="t" bIns="0" lIns="0" spcFirstLastPara="1" rIns="0" wrap="square" tIns="0">
            <a:normAutofit/>
          </a:bodyPr>
          <a:lstStyle/>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Setup a DEV sandbox within Semaphore</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Introduce BFO’s upper ontology</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Model the concepts we need to support the subjects and domains for our current Metamodel</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Incorporate the </a:t>
            </a:r>
            <a:r>
              <a:rPr b="0" lang="en-US" sz="1600">
                <a:solidFill>
                  <a:srgbClr val="1D1C1D"/>
                </a:solidFill>
                <a:latin typeface="Arial"/>
                <a:ea typeface="Arial"/>
                <a:cs typeface="Arial"/>
                <a:sym typeface="Arial"/>
              </a:rPr>
              <a:t>concepts</a:t>
            </a:r>
            <a:r>
              <a:rPr b="0" lang="en-US" sz="1600">
                <a:solidFill>
                  <a:srgbClr val="1D1C1D"/>
                </a:solidFill>
                <a:latin typeface="Arial"/>
                <a:ea typeface="Arial"/>
                <a:cs typeface="Arial"/>
                <a:sym typeface="Arial"/>
              </a:rPr>
              <a:t> supporting the SID taxonomy</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Use the concepts to map both taxonomies under BFO</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Review areas of overlap and </a:t>
            </a:r>
            <a:r>
              <a:rPr b="0" lang="en-US" sz="1600">
                <a:solidFill>
                  <a:srgbClr val="1D1C1D"/>
                </a:solidFill>
                <a:latin typeface="Arial"/>
                <a:ea typeface="Arial"/>
                <a:cs typeface="Arial"/>
                <a:sym typeface="Arial"/>
              </a:rPr>
              <a:t>harmonization</a:t>
            </a:r>
            <a:r>
              <a:rPr b="0" lang="en-US" sz="1600">
                <a:solidFill>
                  <a:srgbClr val="1D1C1D"/>
                </a:solidFill>
                <a:latin typeface="Arial"/>
                <a:ea typeface="Arial"/>
                <a:cs typeface="Arial"/>
                <a:sym typeface="Arial"/>
              </a:rPr>
              <a:t> between both </a:t>
            </a:r>
            <a:r>
              <a:rPr b="0" lang="en-US" sz="1600">
                <a:solidFill>
                  <a:srgbClr val="1D1C1D"/>
                </a:solidFill>
                <a:latin typeface="Arial"/>
                <a:ea typeface="Arial"/>
                <a:cs typeface="Arial"/>
                <a:sym typeface="Arial"/>
              </a:rPr>
              <a:t>taxonomies</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Incorporate concepts from the Privacy (PWC) ontology work</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Build a taxonomy supporting our policy terms (used for DG covering OLAP AND OLTP)</a:t>
            </a:r>
            <a:endParaRPr b="0" sz="1600">
              <a:solidFill>
                <a:srgbClr val="1D1C1D"/>
              </a:solidFill>
              <a:latin typeface="Arial"/>
              <a:ea typeface="Arial"/>
              <a:cs typeface="Arial"/>
              <a:sym typeface="Arial"/>
            </a:endParaRPr>
          </a:p>
          <a:p>
            <a:pPr indent="-330200" lvl="0" marL="457200" rtl="0" algn="l">
              <a:lnSpc>
                <a:spcPct val="115000"/>
              </a:lnSpc>
              <a:spcBef>
                <a:spcPts val="0"/>
              </a:spcBef>
              <a:spcAft>
                <a:spcPts val="0"/>
              </a:spcAft>
              <a:buClr>
                <a:srgbClr val="1D1C1D"/>
              </a:buClr>
              <a:buSzPts val="1600"/>
              <a:buFont typeface="Arial"/>
              <a:buChar char="●"/>
            </a:pPr>
            <a:r>
              <a:rPr b="0" lang="en-US" sz="1600">
                <a:solidFill>
                  <a:srgbClr val="1D1C1D"/>
                </a:solidFill>
                <a:latin typeface="Arial"/>
                <a:ea typeface="Arial"/>
                <a:cs typeface="Arial"/>
                <a:sym typeface="Arial"/>
              </a:rPr>
              <a:t>Publish a next gen version of the VZ Taxonomy</a:t>
            </a:r>
            <a:endParaRPr b="0" sz="1600">
              <a:solidFill>
                <a:srgbClr val="1D1C1D"/>
              </a:solidFill>
              <a:latin typeface="Arial"/>
              <a:ea typeface="Arial"/>
              <a:cs typeface="Arial"/>
              <a:sym typeface="Arial"/>
            </a:endParaRPr>
          </a:p>
          <a:p>
            <a:pPr indent="0" lvl="0" marL="0" rtl="0" algn="l">
              <a:lnSpc>
                <a:spcPct val="115000"/>
              </a:lnSpc>
              <a:spcBef>
                <a:spcPts val="0"/>
              </a:spcBef>
              <a:spcAft>
                <a:spcPts val="0"/>
              </a:spcAft>
              <a:buNone/>
            </a:pPr>
            <a:r>
              <a:t/>
            </a:r>
            <a:endParaRPr sz="1600">
              <a:solidFill>
                <a:srgbClr val="1D1C1D"/>
              </a:solidFill>
              <a:latin typeface="Arial"/>
              <a:ea typeface="Arial"/>
              <a:cs typeface="Arial"/>
              <a:sym typeface="Arial"/>
            </a:endParaRPr>
          </a:p>
          <a:p>
            <a:pPr indent="0" lvl="0" marL="457200" rtl="0" algn="l">
              <a:lnSpc>
                <a:spcPct val="115000"/>
              </a:lnSpc>
              <a:spcBef>
                <a:spcPts val="0"/>
              </a:spcBef>
              <a:spcAft>
                <a:spcPts val="0"/>
              </a:spcAft>
              <a:buNone/>
            </a:pPr>
            <a:r>
              <a:t/>
            </a:r>
            <a:endParaRPr b="0" sz="1600">
              <a:solidFill>
                <a:srgbClr val="1D1C1D"/>
              </a:solidFill>
              <a:latin typeface="Arial"/>
              <a:ea typeface="Arial"/>
              <a:cs typeface="Arial"/>
              <a:sym typeface="Arial"/>
            </a:endParaRPr>
          </a:p>
          <a:p>
            <a:pPr indent="0" lvl="0" marL="457200" rtl="0" algn="l">
              <a:lnSpc>
                <a:spcPct val="115000"/>
              </a:lnSpc>
              <a:spcBef>
                <a:spcPts val="0"/>
              </a:spcBef>
              <a:spcAft>
                <a:spcPts val="0"/>
              </a:spcAft>
              <a:buNone/>
            </a:pPr>
            <a:r>
              <a:rPr b="0" lang="en-US" sz="1600">
                <a:solidFill>
                  <a:srgbClr val="1D1C1D"/>
                </a:solidFill>
                <a:highlight>
                  <a:srgbClr val="FFF2CC"/>
                </a:highlight>
                <a:latin typeface="Arial"/>
                <a:ea typeface="Arial"/>
                <a:cs typeface="Arial"/>
                <a:sym typeface="Arial"/>
              </a:rPr>
              <a:t>Critical that we do not attempt a rip &amp; replace in our </a:t>
            </a:r>
            <a:r>
              <a:rPr b="0" lang="en-US" sz="1600">
                <a:solidFill>
                  <a:srgbClr val="1D1C1D"/>
                </a:solidFill>
                <a:highlight>
                  <a:srgbClr val="FFF2CC"/>
                </a:highlight>
                <a:latin typeface="Arial"/>
                <a:ea typeface="Arial"/>
                <a:cs typeface="Arial"/>
                <a:sym typeface="Arial"/>
              </a:rPr>
              <a:t>current</a:t>
            </a:r>
            <a:r>
              <a:rPr b="0" lang="en-US" sz="1600">
                <a:solidFill>
                  <a:srgbClr val="1D1C1D"/>
                </a:solidFill>
                <a:highlight>
                  <a:srgbClr val="FFF2CC"/>
                </a:highlight>
                <a:latin typeface="Arial"/>
                <a:ea typeface="Arial"/>
                <a:cs typeface="Arial"/>
                <a:sym typeface="Arial"/>
              </a:rPr>
              <a:t> VZ Data Catalog w/o a careful assessment. Don’t want to disrupt Q2 work in progress, operations for Profiling &amp; Classification. Cannot afford to jeopardize current state capabilities in our current catalog</a:t>
            </a:r>
            <a:endParaRPr b="0" sz="1600">
              <a:solidFill>
                <a:srgbClr val="1D1C1D"/>
              </a:solidFill>
              <a:highlight>
                <a:srgbClr val="FFF2CC"/>
              </a:highlight>
              <a:latin typeface="Arial"/>
              <a:ea typeface="Arial"/>
              <a:cs typeface="Arial"/>
              <a:sym typeface="Arial"/>
            </a:endParaRPr>
          </a:p>
          <a:p>
            <a:pPr indent="0" lvl="0" marL="457200" rtl="0" algn="l">
              <a:lnSpc>
                <a:spcPct val="115000"/>
              </a:lnSpc>
              <a:spcBef>
                <a:spcPts val="0"/>
              </a:spcBef>
              <a:spcAft>
                <a:spcPts val="0"/>
              </a:spcAft>
              <a:buNone/>
            </a:pPr>
            <a:r>
              <a:t/>
            </a:r>
            <a:endParaRPr b="0" sz="1600">
              <a:solidFill>
                <a:srgbClr val="1D1C1D"/>
              </a:solidFill>
              <a:highlight>
                <a:srgbClr val="FFF2CC"/>
              </a:highlight>
              <a:latin typeface="Arial"/>
              <a:ea typeface="Arial"/>
              <a:cs typeface="Arial"/>
              <a:sym typeface="Arial"/>
            </a:endParaRPr>
          </a:p>
          <a:p>
            <a:pPr indent="0" lvl="0" marL="457200" rtl="0" algn="ctr">
              <a:lnSpc>
                <a:spcPct val="115000"/>
              </a:lnSpc>
              <a:spcBef>
                <a:spcPts val="0"/>
              </a:spcBef>
              <a:spcAft>
                <a:spcPts val="0"/>
              </a:spcAft>
              <a:buNone/>
            </a:pPr>
            <a:r>
              <a:rPr lang="en-US" sz="1800">
                <a:solidFill>
                  <a:srgbClr val="1D1C1D"/>
                </a:solidFill>
                <a:latin typeface="Arial"/>
                <a:ea typeface="Arial"/>
                <a:cs typeface="Arial"/>
                <a:sym typeface="Arial"/>
              </a:rPr>
              <a:t>Evolutionary NOT Revolutionary Approach</a:t>
            </a:r>
            <a:endParaRPr sz="1800">
              <a:solidFill>
                <a:srgbClr val="1D1C1D"/>
              </a:solidFill>
              <a:latin typeface="Arial"/>
              <a:ea typeface="Arial"/>
              <a:cs typeface="Arial"/>
              <a:sym typeface="Arial"/>
            </a:endParaRPr>
          </a:p>
          <a:p>
            <a:pPr indent="0" lvl="0" marL="0" rtl="0" algn="l">
              <a:spcBef>
                <a:spcPts val="1200"/>
              </a:spcBef>
              <a:spcAft>
                <a:spcPts val="0"/>
              </a:spcAft>
              <a:buNone/>
            </a:pPr>
            <a:r>
              <a:t/>
            </a:r>
            <a:endParaRPr sz="2200"/>
          </a:p>
        </p:txBody>
      </p:sp>
      <p:sp>
        <p:nvSpPr>
          <p:cNvPr id="535" name="Google Shape;535;p68"/>
          <p:cNvSpPr txBox="1"/>
          <p:nvPr>
            <p:ph type="title"/>
          </p:nvPr>
        </p:nvSpPr>
        <p:spPr>
          <a:xfrm>
            <a:off x="609600" y="225200"/>
            <a:ext cx="7602900" cy="301200"/>
          </a:xfrm>
          <a:prstGeom prst="rect">
            <a:avLst/>
          </a:prstGeom>
        </p:spPr>
        <p:txBody>
          <a:bodyPr anchorCtr="0" anchor="t" bIns="0" lIns="0" spcFirstLastPara="1" rIns="0" wrap="square" tIns="0">
            <a:normAutofit fontScale="90000"/>
          </a:bodyPr>
          <a:lstStyle/>
          <a:p>
            <a:pPr indent="0" lvl="0" marL="0" rtl="0" algn="l">
              <a:spcBef>
                <a:spcPts val="0"/>
              </a:spcBef>
              <a:spcAft>
                <a:spcPts val="0"/>
              </a:spcAft>
              <a:buNone/>
            </a:pPr>
            <a:r>
              <a:rPr lang="en-US"/>
              <a:t>Suggested Next Steps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Verizon Google Slides">
  <a:themeElements>
    <a:clrScheme name="Verizon Theme Colors">
      <a:dk1>
        <a:srgbClr val="000000"/>
      </a:dk1>
      <a:lt1>
        <a:srgbClr val="FFFFFF"/>
      </a:lt1>
      <a:dk2>
        <a:srgbClr val="747676"/>
      </a:dk2>
      <a:lt2>
        <a:srgbClr val="D8DADA"/>
      </a:lt2>
      <a:accent1>
        <a:srgbClr val="EE0000"/>
      </a:accent1>
      <a:accent2>
        <a:srgbClr val="333333"/>
      </a:accent2>
      <a:accent3>
        <a:srgbClr val="FFBC3D"/>
      </a:accent3>
      <a:accent4>
        <a:srgbClr val="ED7000"/>
      </a:accent4>
      <a:accent5>
        <a:srgbClr val="00AC3E"/>
      </a:accent5>
      <a:accent6>
        <a:srgbClr val="0088CE"/>
      </a:accent6>
      <a:hlink>
        <a:srgbClr val="000000"/>
      </a:hlink>
      <a:folHlink>
        <a:srgbClr val="0088CE"/>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